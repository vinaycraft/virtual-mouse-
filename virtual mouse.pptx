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7" r:id="rId1"/>
  </p:sldMasterIdLst>
  <p:notesMasterIdLst>
    <p:notesMasterId r:id="rId17"/>
  </p:notesMasterIdLst>
  <p:sldIdLst>
    <p:sldId id="256" r:id="rId2"/>
    <p:sldId id="260" r:id="rId3"/>
    <p:sldId id="257" r:id="rId4"/>
    <p:sldId id="259" r:id="rId5"/>
    <p:sldId id="261" r:id="rId6"/>
    <p:sldId id="263" r:id="rId7"/>
    <p:sldId id="264" r:id="rId8"/>
    <p:sldId id="268" r:id="rId9"/>
    <p:sldId id="296" r:id="rId10"/>
    <p:sldId id="272" r:id="rId11"/>
    <p:sldId id="278" r:id="rId12"/>
    <p:sldId id="266" r:id="rId13"/>
    <p:sldId id="283" r:id="rId14"/>
    <p:sldId id="279" r:id="rId15"/>
    <p:sldId id="289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77F627C-A79C-4CEA-9F43-E7185F252452}">
  <a:tblStyle styleId="{277F627C-A79C-4CEA-9F43-E7185F2524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A45F09D-0C3F-4549-A737-6A49AB54CD0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629" autoAdjust="0"/>
  </p:normalViewPr>
  <p:slideViewPr>
    <p:cSldViewPr>
      <p:cViewPr varScale="1">
        <p:scale>
          <a:sx n="96" d="100"/>
          <a:sy n="96" d="100"/>
        </p:scale>
        <p:origin x="-618" y="-1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82E7E9-D0BE-4B92-BCB1-64C6E67E4511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A9AB332D-1162-48AD-BC2F-25E7AB2E7F97}">
      <dgm:prSet phldrT="[Text]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200" b="1" dirty="0" smtClean="0">
              <a:latin typeface="Muli"/>
            </a:rPr>
            <a:t>Start Video Interface  Using Webcam</a:t>
          </a:r>
          <a:endParaRPr lang="en-IN" sz="1200" b="1" dirty="0">
            <a:latin typeface="Muli"/>
          </a:endParaRPr>
        </a:p>
      </dgm:t>
    </dgm:pt>
    <dgm:pt modelId="{A4142AA7-1D63-458B-B7F3-5BFA8BBC3BE1}" type="parTrans" cxnId="{892B31FF-D90F-434C-A78D-3F5BBCFA9E54}">
      <dgm:prSet/>
      <dgm:spPr/>
      <dgm:t>
        <a:bodyPr/>
        <a:lstStyle/>
        <a:p>
          <a:endParaRPr lang="en-IN"/>
        </a:p>
      </dgm:t>
    </dgm:pt>
    <dgm:pt modelId="{20CE9089-DB62-441E-8B04-E51D8634A43C}" type="sibTrans" cxnId="{892B31FF-D90F-434C-A78D-3F5BBCFA9E54}">
      <dgm:prSet/>
      <dgm:spPr/>
      <dgm:t>
        <a:bodyPr/>
        <a:lstStyle/>
        <a:p>
          <a:endParaRPr lang="en-IN"/>
        </a:p>
      </dgm:t>
    </dgm:pt>
    <dgm:pt modelId="{E941091D-1F7E-4B0B-AABC-7D830DDA7805}">
      <dgm:prSet phldrT="[Text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200" b="1" dirty="0" smtClean="0">
              <a:latin typeface="Muli"/>
            </a:rPr>
            <a:t>Detect The Hand </a:t>
          </a:r>
          <a:endParaRPr lang="en-IN" sz="1200" b="1" dirty="0">
            <a:latin typeface="Muli"/>
          </a:endParaRPr>
        </a:p>
      </dgm:t>
    </dgm:pt>
    <dgm:pt modelId="{F013FD42-0404-4018-B730-1C9789E62E24}" type="parTrans" cxnId="{6401FFEB-F9FD-4380-B355-BBFB2073BE5A}">
      <dgm:prSet/>
      <dgm:spPr/>
      <dgm:t>
        <a:bodyPr/>
        <a:lstStyle/>
        <a:p>
          <a:endParaRPr lang="en-IN"/>
        </a:p>
      </dgm:t>
    </dgm:pt>
    <dgm:pt modelId="{B1CF30A4-2CAC-47CD-B9B2-EAED590C1E70}" type="sibTrans" cxnId="{6401FFEB-F9FD-4380-B355-BBFB2073BE5A}">
      <dgm:prSet/>
      <dgm:spPr/>
      <dgm:t>
        <a:bodyPr/>
        <a:lstStyle/>
        <a:p>
          <a:endParaRPr lang="en-IN"/>
        </a:p>
      </dgm:t>
    </dgm:pt>
    <dgm:pt modelId="{B11951C6-F48F-4992-B2EE-415BA287AEF2}">
      <dgm:prSet phldrT="[Text]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200" b="1" dirty="0" smtClean="0">
              <a:latin typeface="Muli"/>
            </a:rPr>
            <a:t>Recognize hand Gestures</a:t>
          </a:r>
          <a:endParaRPr lang="en-IN" sz="1200" b="1" dirty="0">
            <a:latin typeface="Muli"/>
          </a:endParaRPr>
        </a:p>
      </dgm:t>
    </dgm:pt>
    <dgm:pt modelId="{7C807D29-05A9-4319-9BAF-B8AF509EB835}" type="parTrans" cxnId="{EDF465E8-A523-4748-BE8C-0C22F0FCC5C3}">
      <dgm:prSet/>
      <dgm:spPr/>
      <dgm:t>
        <a:bodyPr/>
        <a:lstStyle/>
        <a:p>
          <a:endParaRPr lang="en-IN"/>
        </a:p>
      </dgm:t>
    </dgm:pt>
    <dgm:pt modelId="{3A88C75F-2EE6-495E-9C86-780152045634}" type="sibTrans" cxnId="{EDF465E8-A523-4748-BE8C-0C22F0FCC5C3}">
      <dgm:prSet/>
      <dgm:spPr/>
      <dgm:t>
        <a:bodyPr/>
        <a:lstStyle/>
        <a:p>
          <a:endParaRPr lang="en-IN"/>
        </a:p>
      </dgm:t>
    </dgm:pt>
    <dgm:pt modelId="{F577068B-4ACB-48F7-B355-80BCCFE2773A}">
      <dgm:prSet phldrT="[Text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200" b="1" dirty="0" smtClean="0">
              <a:latin typeface="Muli"/>
            </a:rPr>
            <a:t>Control Mouse Interaction</a:t>
          </a:r>
          <a:endParaRPr lang="en-IN" sz="1200" b="1" dirty="0">
            <a:latin typeface="Muli"/>
          </a:endParaRPr>
        </a:p>
      </dgm:t>
    </dgm:pt>
    <dgm:pt modelId="{294F94EA-60E3-439F-88EF-EDA79F14D99B}" type="parTrans" cxnId="{27EBC30E-B3FF-4E93-A2F8-10960CCF1C74}">
      <dgm:prSet/>
      <dgm:spPr/>
      <dgm:t>
        <a:bodyPr/>
        <a:lstStyle/>
        <a:p>
          <a:endParaRPr lang="en-IN"/>
        </a:p>
      </dgm:t>
    </dgm:pt>
    <dgm:pt modelId="{8E76B2DC-9911-4D93-93D8-09D3BF8136F0}" type="sibTrans" cxnId="{27EBC30E-B3FF-4E93-A2F8-10960CCF1C74}">
      <dgm:prSet/>
      <dgm:spPr/>
      <dgm:t>
        <a:bodyPr/>
        <a:lstStyle/>
        <a:p>
          <a:endParaRPr lang="en-IN"/>
        </a:p>
      </dgm:t>
    </dgm:pt>
    <dgm:pt modelId="{4D884CC3-DDB0-4797-9ADA-BB1F96540B2C}">
      <dgm:prSet phldrT="[Text]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200" b="1" dirty="0" smtClean="0">
              <a:latin typeface="Muli"/>
            </a:rPr>
            <a:t>Perform Cursor Operation</a:t>
          </a:r>
          <a:endParaRPr lang="en-IN" sz="1200" b="1" dirty="0">
            <a:latin typeface="Muli"/>
          </a:endParaRPr>
        </a:p>
      </dgm:t>
    </dgm:pt>
    <dgm:pt modelId="{D6C39864-A366-4765-B053-CF9A9E35FD14}" type="parTrans" cxnId="{C585D7E8-99A1-422F-ABF2-CB64ED4B7EEB}">
      <dgm:prSet/>
      <dgm:spPr/>
      <dgm:t>
        <a:bodyPr/>
        <a:lstStyle/>
        <a:p>
          <a:endParaRPr lang="en-IN"/>
        </a:p>
      </dgm:t>
    </dgm:pt>
    <dgm:pt modelId="{B13B52D1-7E16-4C5A-B111-A2F76495B027}" type="sibTrans" cxnId="{C585D7E8-99A1-422F-ABF2-CB64ED4B7EEB}">
      <dgm:prSet/>
      <dgm:spPr/>
      <dgm:t>
        <a:bodyPr/>
        <a:lstStyle/>
        <a:p>
          <a:endParaRPr lang="en-IN"/>
        </a:p>
      </dgm:t>
    </dgm:pt>
    <dgm:pt modelId="{A399C1A1-2AB8-4D3B-BC30-E79F29317237}" type="pres">
      <dgm:prSet presAssocID="{0A82E7E9-D0BE-4B92-BCB1-64C6E67E4511}" presName="linearFlow" presStyleCnt="0">
        <dgm:presLayoutVars>
          <dgm:resizeHandles val="exact"/>
        </dgm:presLayoutVars>
      </dgm:prSet>
      <dgm:spPr/>
    </dgm:pt>
    <dgm:pt modelId="{1805BC4D-96DA-4A61-86BC-AAE25FB4B19B}" type="pres">
      <dgm:prSet presAssocID="{A9AB332D-1162-48AD-BC2F-25E7AB2E7F97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57A4E22-4036-465E-BF0E-5E6658498EE7}" type="pres">
      <dgm:prSet presAssocID="{20CE9089-DB62-441E-8B04-E51D8634A43C}" presName="sibTrans" presStyleLbl="sibTrans2D1" presStyleIdx="0" presStyleCnt="4"/>
      <dgm:spPr/>
    </dgm:pt>
    <dgm:pt modelId="{1C2ABDA6-47F0-4FDF-916F-DD46C9508752}" type="pres">
      <dgm:prSet presAssocID="{20CE9089-DB62-441E-8B04-E51D8634A43C}" presName="connectorText" presStyleLbl="sibTrans2D1" presStyleIdx="0" presStyleCnt="4"/>
      <dgm:spPr/>
    </dgm:pt>
    <dgm:pt modelId="{B956862A-6BCC-47BA-9049-A4EB63EEAEAA}" type="pres">
      <dgm:prSet presAssocID="{E941091D-1F7E-4B0B-AABC-7D830DDA7805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DC86366-BCCD-48A9-94B4-20D569023AC4}" type="pres">
      <dgm:prSet presAssocID="{B1CF30A4-2CAC-47CD-B9B2-EAED590C1E70}" presName="sibTrans" presStyleLbl="sibTrans2D1" presStyleIdx="1" presStyleCnt="4"/>
      <dgm:spPr/>
    </dgm:pt>
    <dgm:pt modelId="{A9A382B8-F4E2-48CC-99FF-19CE308AEAC4}" type="pres">
      <dgm:prSet presAssocID="{B1CF30A4-2CAC-47CD-B9B2-EAED590C1E70}" presName="connectorText" presStyleLbl="sibTrans2D1" presStyleIdx="1" presStyleCnt="4"/>
      <dgm:spPr/>
    </dgm:pt>
    <dgm:pt modelId="{647CFF04-A334-494A-96C5-E59CCD8E5A26}" type="pres">
      <dgm:prSet presAssocID="{B11951C6-F48F-4992-B2EE-415BA287AEF2}" presName="node" presStyleLbl="node1" presStyleIdx="2" presStyleCnt="5">
        <dgm:presLayoutVars>
          <dgm:bulletEnabled val="1"/>
        </dgm:presLayoutVars>
      </dgm:prSet>
      <dgm:spPr/>
    </dgm:pt>
    <dgm:pt modelId="{513CE31F-7933-4DAF-9EEC-0D9A981DDD9D}" type="pres">
      <dgm:prSet presAssocID="{3A88C75F-2EE6-495E-9C86-780152045634}" presName="sibTrans" presStyleLbl="sibTrans2D1" presStyleIdx="2" presStyleCnt="4"/>
      <dgm:spPr/>
    </dgm:pt>
    <dgm:pt modelId="{528C0063-8BD5-4FA2-807A-9503B57257A9}" type="pres">
      <dgm:prSet presAssocID="{3A88C75F-2EE6-495E-9C86-780152045634}" presName="connectorText" presStyleLbl="sibTrans2D1" presStyleIdx="2" presStyleCnt="4"/>
      <dgm:spPr/>
    </dgm:pt>
    <dgm:pt modelId="{31666277-13B0-4467-83D7-DAD800805980}" type="pres">
      <dgm:prSet presAssocID="{F577068B-4ACB-48F7-B355-80BCCFE2773A}" presName="node" presStyleLbl="node1" presStyleIdx="3" presStyleCnt="5">
        <dgm:presLayoutVars>
          <dgm:bulletEnabled val="1"/>
        </dgm:presLayoutVars>
      </dgm:prSet>
      <dgm:spPr/>
    </dgm:pt>
    <dgm:pt modelId="{0FEA782E-1467-429C-B080-DDD748B32A09}" type="pres">
      <dgm:prSet presAssocID="{8E76B2DC-9911-4D93-93D8-09D3BF8136F0}" presName="sibTrans" presStyleLbl="sibTrans2D1" presStyleIdx="3" presStyleCnt="4"/>
      <dgm:spPr/>
    </dgm:pt>
    <dgm:pt modelId="{F6693563-E4E6-405A-B038-A8D60327A04C}" type="pres">
      <dgm:prSet presAssocID="{8E76B2DC-9911-4D93-93D8-09D3BF8136F0}" presName="connectorText" presStyleLbl="sibTrans2D1" presStyleIdx="3" presStyleCnt="4"/>
      <dgm:spPr/>
    </dgm:pt>
    <dgm:pt modelId="{0043217B-7057-4DC8-9B7B-88DB2BBF51F0}" type="pres">
      <dgm:prSet presAssocID="{4D884CC3-DDB0-4797-9ADA-BB1F96540B2C}" presName="node" presStyleLbl="node1" presStyleIdx="4" presStyleCnt="5">
        <dgm:presLayoutVars>
          <dgm:bulletEnabled val="1"/>
        </dgm:presLayoutVars>
      </dgm:prSet>
      <dgm:spPr/>
    </dgm:pt>
  </dgm:ptLst>
  <dgm:cxnLst>
    <dgm:cxn modelId="{CB557996-148E-4412-AE22-678100A87693}" type="presOf" srcId="{8E76B2DC-9911-4D93-93D8-09D3BF8136F0}" destId="{F6693563-E4E6-405A-B038-A8D60327A04C}" srcOrd="1" destOrd="0" presId="urn:microsoft.com/office/officeart/2005/8/layout/process2"/>
    <dgm:cxn modelId="{CDEA7C89-8166-47BA-9E96-922FF0670E14}" type="presOf" srcId="{20CE9089-DB62-441E-8B04-E51D8634A43C}" destId="{C57A4E22-4036-465E-BF0E-5E6658498EE7}" srcOrd="0" destOrd="0" presId="urn:microsoft.com/office/officeart/2005/8/layout/process2"/>
    <dgm:cxn modelId="{F227F728-F9F3-4F4D-9BA1-F4CF50C818A5}" type="presOf" srcId="{20CE9089-DB62-441E-8B04-E51D8634A43C}" destId="{1C2ABDA6-47F0-4FDF-916F-DD46C9508752}" srcOrd="1" destOrd="0" presId="urn:microsoft.com/office/officeart/2005/8/layout/process2"/>
    <dgm:cxn modelId="{6401FFEB-F9FD-4380-B355-BBFB2073BE5A}" srcId="{0A82E7E9-D0BE-4B92-BCB1-64C6E67E4511}" destId="{E941091D-1F7E-4B0B-AABC-7D830DDA7805}" srcOrd="1" destOrd="0" parTransId="{F013FD42-0404-4018-B730-1C9789E62E24}" sibTransId="{B1CF30A4-2CAC-47CD-B9B2-EAED590C1E70}"/>
    <dgm:cxn modelId="{C585D7E8-99A1-422F-ABF2-CB64ED4B7EEB}" srcId="{0A82E7E9-D0BE-4B92-BCB1-64C6E67E4511}" destId="{4D884CC3-DDB0-4797-9ADA-BB1F96540B2C}" srcOrd="4" destOrd="0" parTransId="{D6C39864-A366-4765-B053-CF9A9E35FD14}" sibTransId="{B13B52D1-7E16-4C5A-B111-A2F76495B027}"/>
    <dgm:cxn modelId="{8FA792D6-1B59-4B0B-9185-413DA992E0B7}" type="presOf" srcId="{8E76B2DC-9911-4D93-93D8-09D3BF8136F0}" destId="{0FEA782E-1467-429C-B080-DDD748B32A09}" srcOrd="0" destOrd="0" presId="urn:microsoft.com/office/officeart/2005/8/layout/process2"/>
    <dgm:cxn modelId="{348EF9DF-6B83-4431-855C-309A68DA768A}" type="presOf" srcId="{F577068B-4ACB-48F7-B355-80BCCFE2773A}" destId="{31666277-13B0-4467-83D7-DAD800805980}" srcOrd="0" destOrd="0" presId="urn:microsoft.com/office/officeart/2005/8/layout/process2"/>
    <dgm:cxn modelId="{892B31FF-D90F-434C-A78D-3F5BBCFA9E54}" srcId="{0A82E7E9-D0BE-4B92-BCB1-64C6E67E4511}" destId="{A9AB332D-1162-48AD-BC2F-25E7AB2E7F97}" srcOrd="0" destOrd="0" parTransId="{A4142AA7-1D63-458B-B7F3-5BFA8BBC3BE1}" sibTransId="{20CE9089-DB62-441E-8B04-E51D8634A43C}"/>
    <dgm:cxn modelId="{E41BB0BC-9CFE-4154-B28C-AFDBAD705EF0}" type="presOf" srcId="{E941091D-1F7E-4B0B-AABC-7D830DDA7805}" destId="{B956862A-6BCC-47BA-9049-A4EB63EEAEAA}" srcOrd="0" destOrd="0" presId="urn:microsoft.com/office/officeart/2005/8/layout/process2"/>
    <dgm:cxn modelId="{EDF465E8-A523-4748-BE8C-0C22F0FCC5C3}" srcId="{0A82E7E9-D0BE-4B92-BCB1-64C6E67E4511}" destId="{B11951C6-F48F-4992-B2EE-415BA287AEF2}" srcOrd="2" destOrd="0" parTransId="{7C807D29-05A9-4319-9BAF-B8AF509EB835}" sibTransId="{3A88C75F-2EE6-495E-9C86-780152045634}"/>
    <dgm:cxn modelId="{11166052-43B7-4265-97D4-3062EB122D7F}" type="presOf" srcId="{B1CF30A4-2CAC-47CD-B9B2-EAED590C1E70}" destId="{A9A382B8-F4E2-48CC-99FF-19CE308AEAC4}" srcOrd="1" destOrd="0" presId="urn:microsoft.com/office/officeart/2005/8/layout/process2"/>
    <dgm:cxn modelId="{5C8C7D38-F0B8-4891-BFE9-267FB350E883}" type="presOf" srcId="{A9AB332D-1162-48AD-BC2F-25E7AB2E7F97}" destId="{1805BC4D-96DA-4A61-86BC-AAE25FB4B19B}" srcOrd="0" destOrd="0" presId="urn:microsoft.com/office/officeart/2005/8/layout/process2"/>
    <dgm:cxn modelId="{8DBC6326-F6BA-4634-998F-548C9F100D54}" type="presOf" srcId="{4D884CC3-DDB0-4797-9ADA-BB1F96540B2C}" destId="{0043217B-7057-4DC8-9B7B-88DB2BBF51F0}" srcOrd="0" destOrd="0" presId="urn:microsoft.com/office/officeart/2005/8/layout/process2"/>
    <dgm:cxn modelId="{279A6D47-A2F3-48B7-A02C-B250E546494E}" type="presOf" srcId="{B1CF30A4-2CAC-47CD-B9B2-EAED590C1E70}" destId="{8DC86366-BCCD-48A9-94B4-20D569023AC4}" srcOrd="0" destOrd="0" presId="urn:microsoft.com/office/officeart/2005/8/layout/process2"/>
    <dgm:cxn modelId="{633B8F93-6F24-4012-8914-CED67A5B1EA1}" type="presOf" srcId="{0A82E7E9-D0BE-4B92-BCB1-64C6E67E4511}" destId="{A399C1A1-2AB8-4D3B-BC30-E79F29317237}" srcOrd="0" destOrd="0" presId="urn:microsoft.com/office/officeart/2005/8/layout/process2"/>
    <dgm:cxn modelId="{27EBC30E-B3FF-4E93-A2F8-10960CCF1C74}" srcId="{0A82E7E9-D0BE-4B92-BCB1-64C6E67E4511}" destId="{F577068B-4ACB-48F7-B355-80BCCFE2773A}" srcOrd="3" destOrd="0" parTransId="{294F94EA-60E3-439F-88EF-EDA79F14D99B}" sibTransId="{8E76B2DC-9911-4D93-93D8-09D3BF8136F0}"/>
    <dgm:cxn modelId="{36558E72-43C1-40C8-BFB2-EA9C1E9062C0}" type="presOf" srcId="{B11951C6-F48F-4992-B2EE-415BA287AEF2}" destId="{647CFF04-A334-494A-96C5-E59CCD8E5A26}" srcOrd="0" destOrd="0" presId="urn:microsoft.com/office/officeart/2005/8/layout/process2"/>
    <dgm:cxn modelId="{9973411F-2724-43C6-A683-AACD10B82D73}" type="presOf" srcId="{3A88C75F-2EE6-495E-9C86-780152045634}" destId="{513CE31F-7933-4DAF-9EEC-0D9A981DDD9D}" srcOrd="0" destOrd="0" presId="urn:microsoft.com/office/officeart/2005/8/layout/process2"/>
    <dgm:cxn modelId="{3E1F7807-7325-4480-BD93-B29DF72E5CF3}" type="presOf" srcId="{3A88C75F-2EE6-495E-9C86-780152045634}" destId="{528C0063-8BD5-4FA2-807A-9503B57257A9}" srcOrd="1" destOrd="0" presId="urn:microsoft.com/office/officeart/2005/8/layout/process2"/>
    <dgm:cxn modelId="{82D7B2E0-55BE-4658-A308-FF304A629AA6}" type="presParOf" srcId="{A399C1A1-2AB8-4D3B-BC30-E79F29317237}" destId="{1805BC4D-96DA-4A61-86BC-AAE25FB4B19B}" srcOrd="0" destOrd="0" presId="urn:microsoft.com/office/officeart/2005/8/layout/process2"/>
    <dgm:cxn modelId="{92487508-CBA7-486D-8CDE-380F87452F83}" type="presParOf" srcId="{A399C1A1-2AB8-4D3B-BC30-E79F29317237}" destId="{C57A4E22-4036-465E-BF0E-5E6658498EE7}" srcOrd="1" destOrd="0" presId="urn:microsoft.com/office/officeart/2005/8/layout/process2"/>
    <dgm:cxn modelId="{74C66073-C351-4400-90BC-26AAEAA7930A}" type="presParOf" srcId="{C57A4E22-4036-465E-BF0E-5E6658498EE7}" destId="{1C2ABDA6-47F0-4FDF-916F-DD46C9508752}" srcOrd="0" destOrd="0" presId="urn:microsoft.com/office/officeart/2005/8/layout/process2"/>
    <dgm:cxn modelId="{3F582CE5-6DE1-4246-AF46-64ED8AE2FDA3}" type="presParOf" srcId="{A399C1A1-2AB8-4D3B-BC30-E79F29317237}" destId="{B956862A-6BCC-47BA-9049-A4EB63EEAEAA}" srcOrd="2" destOrd="0" presId="urn:microsoft.com/office/officeart/2005/8/layout/process2"/>
    <dgm:cxn modelId="{E0A91032-60C4-4717-A073-27D1740538E3}" type="presParOf" srcId="{A399C1A1-2AB8-4D3B-BC30-E79F29317237}" destId="{8DC86366-BCCD-48A9-94B4-20D569023AC4}" srcOrd="3" destOrd="0" presId="urn:microsoft.com/office/officeart/2005/8/layout/process2"/>
    <dgm:cxn modelId="{F57F2E70-BC9B-4E36-8B60-BDFFC6527689}" type="presParOf" srcId="{8DC86366-BCCD-48A9-94B4-20D569023AC4}" destId="{A9A382B8-F4E2-48CC-99FF-19CE308AEAC4}" srcOrd="0" destOrd="0" presId="urn:microsoft.com/office/officeart/2005/8/layout/process2"/>
    <dgm:cxn modelId="{F28728C3-594A-4D90-ACAC-C6381285B755}" type="presParOf" srcId="{A399C1A1-2AB8-4D3B-BC30-E79F29317237}" destId="{647CFF04-A334-494A-96C5-E59CCD8E5A26}" srcOrd="4" destOrd="0" presId="urn:microsoft.com/office/officeart/2005/8/layout/process2"/>
    <dgm:cxn modelId="{FB20D9A6-BE19-454F-B9AE-320E55CE0FC4}" type="presParOf" srcId="{A399C1A1-2AB8-4D3B-BC30-E79F29317237}" destId="{513CE31F-7933-4DAF-9EEC-0D9A981DDD9D}" srcOrd="5" destOrd="0" presId="urn:microsoft.com/office/officeart/2005/8/layout/process2"/>
    <dgm:cxn modelId="{4EE0C0FF-CE4A-4185-BE30-D797836CAC90}" type="presParOf" srcId="{513CE31F-7933-4DAF-9EEC-0D9A981DDD9D}" destId="{528C0063-8BD5-4FA2-807A-9503B57257A9}" srcOrd="0" destOrd="0" presId="urn:microsoft.com/office/officeart/2005/8/layout/process2"/>
    <dgm:cxn modelId="{C4E1EB1E-2D3A-4DAF-93D5-2084EFF9F000}" type="presParOf" srcId="{A399C1A1-2AB8-4D3B-BC30-E79F29317237}" destId="{31666277-13B0-4467-83D7-DAD800805980}" srcOrd="6" destOrd="0" presId="urn:microsoft.com/office/officeart/2005/8/layout/process2"/>
    <dgm:cxn modelId="{AF0997B4-EA8A-4355-865B-1AE757DFC3A3}" type="presParOf" srcId="{A399C1A1-2AB8-4D3B-BC30-E79F29317237}" destId="{0FEA782E-1467-429C-B080-DDD748B32A09}" srcOrd="7" destOrd="0" presId="urn:microsoft.com/office/officeart/2005/8/layout/process2"/>
    <dgm:cxn modelId="{F419F315-F58D-44A7-A0FA-6145CF52AC29}" type="presParOf" srcId="{0FEA782E-1467-429C-B080-DDD748B32A09}" destId="{F6693563-E4E6-405A-B038-A8D60327A04C}" srcOrd="0" destOrd="0" presId="urn:microsoft.com/office/officeart/2005/8/layout/process2"/>
    <dgm:cxn modelId="{E531EAC8-67D2-4F94-BEB7-7E9791705109}" type="presParOf" srcId="{A399C1A1-2AB8-4D3B-BC30-E79F29317237}" destId="{0043217B-7057-4DC8-9B7B-88DB2BBF51F0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5BC4D-96DA-4A61-86BC-AAE25FB4B19B}">
      <dsp:nvSpPr>
        <dsp:cNvPr id="0" name=""/>
        <dsp:cNvSpPr/>
      </dsp:nvSpPr>
      <dsp:spPr>
        <a:xfrm>
          <a:off x="2304775" y="509"/>
          <a:ext cx="1606800" cy="596492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latin typeface="Muli"/>
            </a:rPr>
            <a:t>Start Video Interface  Using Webcam</a:t>
          </a:r>
          <a:endParaRPr lang="en-IN" sz="1200" b="1" kern="1200" dirty="0">
            <a:latin typeface="Muli"/>
          </a:endParaRPr>
        </a:p>
      </dsp:txBody>
      <dsp:txXfrm>
        <a:off x="2322246" y="17980"/>
        <a:ext cx="1571858" cy="561550"/>
      </dsp:txXfrm>
    </dsp:sp>
    <dsp:sp modelId="{C57A4E22-4036-465E-BF0E-5E6658498EE7}">
      <dsp:nvSpPr>
        <dsp:cNvPr id="0" name=""/>
        <dsp:cNvSpPr/>
      </dsp:nvSpPr>
      <dsp:spPr>
        <a:xfrm rot="5400000">
          <a:off x="2996333" y="611914"/>
          <a:ext cx="223684" cy="26842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100" kern="1200"/>
        </a:p>
      </dsp:txBody>
      <dsp:txXfrm rot="-5400000">
        <a:off x="3027649" y="634283"/>
        <a:ext cx="161053" cy="156579"/>
      </dsp:txXfrm>
    </dsp:sp>
    <dsp:sp modelId="{B956862A-6BCC-47BA-9049-A4EB63EEAEAA}">
      <dsp:nvSpPr>
        <dsp:cNvPr id="0" name=""/>
        <dsp:cNvSpPr/>
      </dsp:nvSpPr>
      <dsp:spPr>
        <a:xfrm>
          <a:off x="2304775" y="895247"/>
          <a:ext cx="1606800" cy="596492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latin typeface="Muli"/>
            </a:rPr>
            <a:t>Detect The Hand </a:t>
          </a:r>
          <a:endParaRPr lang="en-IN" sz="1200" b="1" kern="1200" dirty="0">
            <a:latin typeface="Muli"/>
          </a:endParaRPr>
        </a:p>
      </dsp:txBody>
      <dsp:txXfrm>
        <a:off x="2322246" y="912718"/>
        <a:ext cx="1571858" cy="561550"/>
      </dsp:txXfrm>
    </dsp:sp>
    <dsp:sp modelId="{8DC86366-BCCD-48A9-94B4-20D569023AC4}">
      <dsp:nvSpPr>
        <dsp:cNvPr id="0" name=""/>
        <dsp:cNvSpPr/>
      </dsp:nvSpPr>
      <dsp:spPr>
        <a:xfrm rot="5400000">
          <a:off x="2996333" y="1506652"/>
          <a:ext cx="223684" cy="26842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100" kern="1200"/>
        </a:p>
      </dsp:txBody>
      <dsp:txXfrm rot="-5400000">
        <a:off x="3027649" y="1529021"/>
        <a:ext cx="161053" cy="156579"/>
      </dsp:txXfrm>
    </dsp:sp>
    <dsp:sp modelId="{647CFF04-A334-494A-96C5-E59CCD8E5A26}">
      <dsp:nvSpPr>
        <dsp:cNvPr id="0" name=""/>
        <dsp:cNvSpPr/>
      </dsp:nvSpPr>
      <dsp:spPr>
        <a:xfrm>
          <a:off x="2304775" y="1789985"/>
          <a:ext cx="1606800" cy="596492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latin typeface="Muli"/>
            </a:rPr>
            <a:t>Recognize hand Gestures</a:t>
          </a:r>
          <a:endParaRPr lang="en-IN" sz="1200" b="1" kern="1200" dirty="0">
            <a:latin typeface="Muli"/>
          </a:endParaRPr>
        </a:p>
      </dsp:txBody>
      <dsp:txXfrm>
        <a:off x="2322246" y="1807456"/>
        <a:ext cx="1571858" cy="561550"/>
      </dsp:txXfrm>
    </dsp:sp>
    <dsp:sp modelId="{513CE31F-7933-4DAF-9EEC-0D9A981DDD9D}">
      <dsp:nvSpPr>
        <dsp:cNvPr id="0" name=""/>
        <dsp:cNvSpPr/>
      </dsp:nvSpPr>
      <dsp:spPr>
        <a:xfrm rot="5400000">
          <a:off x="2996333" y="2401390"/>
          <a:ext cx="223684" cy="26842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100" kern="1200"/>
        </a:p>
      </dsp:txBody>
      <dsp:txXfrm rot="-5400000">
        <a:off x="3027649" y="2423759"/>
        <a:ext cx="161053" cy="156579"/>
      </dsp:txXfrm>
    </dsp:sp>
    <dsp:sp modelId="{31666277-13B0-4467-83D7-DAD800805980}">
      <dsp:nvSpPr>
        <dsp:cNvPr id="0" name=""/>
        <dsp:cNvSpPr/>
      </dsp:nvSpPr>
      <dsp:spPr>
        <a:xfrm>
          <a:off x="2304775" y="2684724"/>
          <a:ext cx="1606800" cy="596492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latin typeface="Muli"/>
            </a:rPr>
            <a:t>Control Mouse Interaction</a:t>
          </a:r>
          <a:endParaRPr lang="en-IN" sz="1200" b="1" kern="1200" dirty="0">
            <a:latin typeface="Muli"/>
          </a:endParaRPr>
        </a:p>
      </dsp:txBody>
      <dsp:txXfrm>
        <a:off x="2322246" y="2702195"/>
        <a:ext cx="1571858" cy="561550"/>
      </dsp:txXfrm>
    </dsp:sp>
    <dsp:sp modelId="{0FEA782E-1467-429C-B080-DDD748B32A09}">
      <dsp:nvSpPr>
        <dsp:cNvPr id="0" name=""/>
        <dsp:cNvSpPr/>
      </dsp:nvSpPr>
      <dsp:spPr>
        <a:xfrm rot="5400000">
          <a:off x="2996333" y="3296128"/>
          <a:ext cx="223684" cy="26842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100" kern="1200"/>
        </a:p>
      </dsp:txBody>
      <dsp:txXfrm rot="-5400000">
        <a:off x="3027649" y="3318497"/>
        <a:ext cx="161053" cy="156579"/>
      </dsp:txXfrm>
    </dsp:sp>
    <dsp:sp modelId="{0043217B-7057-4DC8-9B7B-88DB2BBF51F0}">
      <dsp:nvSpPr>
        <dsp:cNvPr id="0" name=""/>
        <dsp:cNvSpPr/>
      </dsp:nvSpPr>
      <dsp:spPr>
        <a:xfrm>
          <a:off x="2304775" y="3579462"/>
          <a:ext cx="1606800" cy="596492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latin typeface="Muli"/>
            </a:rPr>
            <a:t>Perform Cursor Operation</a:t>
          </a:r>
          <a:endParaRPr lang="en-IN" sz="1200" b="1" kern="1200" dirty="0">
            <a:latin typeface="Muli"/>
          </a:endParaRPr>
        </a:p>
      </dsp:txBody>
      <dsp:txXfrm>
        <a:off x="2322246" y="3596933"/>
        <a:ext cx="1571858" cy="5615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909877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5f391192_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5f391192_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5ed75ccf_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5ed75ccf_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5ed75ccf_0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5ed75ccf_0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c89b53d510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c89b53d510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c89b53d510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c89b53d510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 flipH="1">
            <a:off x="3919993" y="3977033"/>
            <a:ext cx="1303500" cy="112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Google Shape;11;p2"/>
          <p:cNvSpPr/>
          <p:nvPr/>
        </p:nvSpPr>
        <p:spPr>
          <a:xfrm rot="5400000">
            <a:off x="3809057" y="-81000"/>
            <a:ext cx="1525500" cy="176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400175" y="1991825"/>
            <a:ext cx="63435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 rot="10800000" flipH="1">
            <a:off x="2809875" y="-172875"/>
            <a:ext cx="1111500" cy="9624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19B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rot="10800000" flipH="1">
            <a:off x="3602723" y="1360109"/>
            <a:ext cx="493800" cy="4275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 rot="10800000" flipH="1">
            <a:off x="5278915" y="855279"/>
            <a:ext cx="944700" cy="818100"/>
          </a:xfrm>
          <a:prstGeom prst="hexagon">
            <a:avLst>
              <a:gd name="adj" fmla="val 28678"/>
              <a:gd name="vf" fmla="val 115470"/>
            </a:avLst>
          </a:prstGeom>
          <a:noFill/>
          <a:ln w="76200" cap="flat" cmpd="sng">
            <a:solidFill>
              <a:srgbClr val="18476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 rot="10800000" flipH="1">
            <a:off x="5365799" y="352324"/>
            <a:ext cx="493800" cy="4272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" name="Google Shape;17;p2"/>
          <p:cNvGrpSpPr/>
          <p:nvPr/>
        </p:nvGrpSpPr>
        <p:grpSpPr>
          <a:xfrm>
            <a:off x="5549153" y="1029780"/>
            <a:ext cx="404640" cy="374059"/>
            <a:chOff x="5975075" y="2327500"/>
            <a:chExt cx="420100" cy="388350"/>
          </a:xfrm>
        </p:grpSpPr>
        <p:sp>
          <p:nvSpPr>
            <p:cNvPr id="18" name="Google Shape;18;p2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20;p2"/>
          <p:cNvSpPr/>
          <p:nvPr/>
        </p:nvSpPr>
        <p:spPr>
          <a:xfrm>
            <a:off x="3253021" y="113273"/>
            <a:ext cx="225085" cy="389964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" name="Google Shape;21;p2"/>
          <p:cNvGrpSpPr/>
          <p:nvPr/>
        </p:nvGrpSpPr>
        <p:grpSpPr>
          <a:xfrm>
            <a:off x="4380526" y="515192"/>
            <a:ext cx="382958" cy="607111"/>
            <a:chOff x="6718575" y="2318625"/>
            <a:chExt cx="256950" cy="407375"/>
          </a:xfrm>
        </p:grpSpPr>
        <p:sp>
          <p:nvSpPr>
            <p:cNvPr id="22" name="Google Shape;22;p2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3199464" y="902959"/>
            <a:ext cx="395018" cy="403297"/>
            <a:chOff x="3951850" y="2985350"/>
            <a:chExt cx="407950" cy="416500"/>
          </a:xfrm>
        </p:grpSpPr>
        <p:sp>
          <p:nvSpPr>
            <p:cNvPr id="31" name="Google Shape;31;p2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2"/>
          <p:cNvSpPr/>
          <p:nvPr/>
        </p:nvSpPr>
        <p:spPr>
          <a:xfrm rot="10800000" flipH="1">
            <a:off x="5010533" y="4576648"/>
            <a:ext cx="1032900" cy="8946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1847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 rot="10800000" flipH="1">
            <a:off x="5133679" y="4056450"/>
            <a:ext cx="540000" cy="4674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 rot="10800000" flipH="1">
            <a:off x="3101709" y="3629719"/>
            <a:ext cx="1032900" cy="8940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 rot="10800000" flipH="1">
            <a:off x="3530384" y="4576662"/>
            <a:ext cx="452100" cy="3912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00E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370705" y="4867761"/>
            <a:ext cx="312503" cy="312484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" name="Google Shape;40;p2"/>
          <p:cNvGrpSpPr/>
          <p:nvPr/>
        </p:nvGrpSpPr>
        <p:grpSpPr>
          <a:xfrm>
            <a:off x="5772009" y="4056440"/>
            <a:ext cx="573943" cy="550550"/>
            <a:chOff x="5241175" y="4959100"/>
            <a:chExt cx="539775" cy="517775"/>
          </a:xfrm>
        </p:grpSpPr>
        <p:sp>
          <p:nvSpPr>
            <p:cNvPr id="41" name="Google Shape;41;p2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2"/>
          <p:cNvSpPr/>
          <p:nvPr/>
        </p:nvSpPr>
        <p:spPr>
          <a:xfrm>
            <a:off x="3429208" y="3904791"/>
            <a:ext cx="377839" cy="343685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 rot="10800000" flipH="1">
            <a:off x="-94969" y="303826"/>
            <a:ext cx="1034700" cy="895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" name="Google Shape;50;p3"/>
          <p:cNvSpPr/>
          <p:nvPr/>
        </p:nvSpPr>
        <p:spPr>
          <a:xfrm rot="5400000">
            <a:off x="559400" y="1538825"/>
            <a:ext cx="1788000" cy="2064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" name="Google Shape;51;p3"/>
          <p:cNvSpPr txBox="1">
            <a:spLocks noGrp="1"/>
          </p:cNvSpPr>
          <p:nvPr>
            <p:ph type="ctrTitle"/>
          </p:nvPr>
        </p:nvSpPr>
        <p:spPr>
          <a:xfrm>
            <a:off x="2743200" y="1735750"/>
            <a:ext cx="56388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2" name="Google Shape;52;p3"/>
          <p:cNvSpPr txBox="1">
            <a:spLocks noGrp="1"/>
          </p:cNvSpPr>
          <p:nvPr>
            <p:ph type="subTitle" idx="1"/>
          </p:nvPr>
        </p:nvSpPr>
        <p:spPr>
          <a:xfrm>
            <a:off x="2743200" y="2821004"/>
            <a:ext cx="56961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"/>
          <p:cNvSpPr/>
          <p:nvPr/>
        </p:nvSpPr>
        <p:spPr>
          <a:xfrm rot="10800000" flipH="1">
            <a:off x="66674" y="313542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9B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"/>
          <p:cNvSpPr/>
          <p:nvPr/>
        </p:nvSpPr>
        <p:spPr>
          <a:xfrm rot="10800000" flipH="1">
            <a:off x="828675" y="351655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3"/>
          <p:cNvSpPr/>
          <p:nvPr/>
        </p:nvSpPr>
        <p:spPr>
          <a:xfrm rot="10800000" flipH="1">
            <a:off x="761999" y="877950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76200" cap="flat" cmpd="sng">
            <a:solidFill>
              <a:srgbClr val="18476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3"/>
          <p:cNvSpPr/>
          <p:nvPr/>
        </p:nvSpPr>
        <p:spPr>
          <a:xfrm rot="10800000" flipH="1">
            <a:off x="793851" y="4692801"/>
            <a:ext cx="517500" cy="4479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" name="Google Shape;57;p3"/>
          <p:cNvGrpSpPr/>
          <p:nvPr/>
        </p:nvGrpSpPr>
        <p:grpSpPr>
          <a:xfrm>
            <a:off x="996359" y="1070668"/>
            <a:ext cx="351204" cy="324661"/>
            <a:chOff x="5975075" y="2327500"/>
            <a:chExt cx="420100" cy="388350"/>
          </a:xfrm>
        </p:grpSpPr>
        <p:sp>
          <p:nvSpPr>
            <p:cNvPr id="58" name="Google Shape;58;p3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3"/>
          <p:cNvSpPr/>
          <p:nvPr/>
        </p:nvSpPr>
        <p:spPr>
          <a:xfrm>
            <a:off x="393600" y="3346627"/>
            <a:ext cx="166061" cy="287704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oogle Shape;61;p3"/>
          <p:cNvGrpSpPr/>
          <p:nvPr/>
        </p:nvGrpSpPr>
        <p:grpSpPr>
          <a:xfrm>
            <a:off x="305253" y="553856"/>
            <a:ext cx="247469" cy="392302"/>
            <a:chOff x="6718575" y="2318625"/>
            <a:chExt cx="256950" cy="407375"/>
          </a:xfrm>
        </p:grpSpPr>
        <p:sp>
          <p:nvSpPr>
            <p:cNvPr id="62" name="Google Shape;62;p3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" name="Google Shape;70;p3"/>
          <p:cNvGrpSpPr/>
          <p:nvPr/>
        </p:nvGrpSpPr>
        <p:grpSpPr>
          <a:xfrm>
            <a:off x="1419984" y="3634331"/>
            <a:ext cx="342882" cy="350068"/>
            <a:chOff x="3951850" y="2985350"/>
            <a:chExt cx="407950" cy="416500"/>
          </a:xfrm>
        </p:grpSpPr>
        <p:sp>
          <p:nvSpPr>
            <p:cNvPr id="71" name="Google Shape;71;p3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" name="Google Shape;75;p3"/>
          <p:cNvSpPr/>
          <p:nvPr/>
        </p:nvSpPr>
        <p:spPr>
          <a:xfrm rot="10800000" flipH="1">
            <a:off x="733424" y="393602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847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"/>
          <p:cNvSpPr/>
          <p:nvPr/>
        </p:nvSpPr>
        <p:spPr>
          <a:xfrm rot="10800000" flipH="1">
            <a:off x="738525" y="10085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"/>
          <p:cNvSpPr/>
          <p:nvPr/>
        </p:nvSpPr>
        <p:spPr>
          <a:xfrm rot="10800000" flipH="1">
            <a:off x="-291325" y="4148475"/>
            <a:ext cx="1182300" cy="10236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"/>
          <p:cNvSpPr/>
          <p:nvPr/>
        </p:nvSpPr>
        <p:spPr>
          <a:xfrm rot="10800000" flipH="1">
            <a:off x="420725" y="-6522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00E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1019338" y="4167058"/>
            <a:ext cx="248073" cy="248058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3"/>
          <p:cNvGrpSpPr/>
          <p:nvPr/>
        </p:nvGrpSpPr>
        <p:grpSpPr>
          <a:xfrm>
            <a:off x="-50285" y="1452794"/>
            <a:ext cx="624844" cy="599376"/>
            <a:chOff x="5241175" y="4959100"/>
            <a:chExt cx="539775" cy="517775"/>
          </a:xfrm>
        </p:grpSpPr>
        <p:sp>
          <p:nvSpPr>
            <p:cNvPr id="81" name="Google Shape;81;p3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" name="Google Shape;87;p3"/>
          <p:cNvSpPr/>
          <p:nvPr/>
        </p:nvSpPr>
        <p:spPr>
          <a:xfrm>
            <a:off x="47199" y="4430470"/>
            <a:ext cx="505231" cy="459562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/>
          <p:nvPr/>
        </p:nvSpPr>
        <p:spPr>
          <a:xfrm rot="10800000" flipH="1">
            <a:off x="-94969" y="619169"/>
            <a:ext cx="1034700" cy="895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" name="Google Shape;90;p4"/>
          <p:cNvSpPr/>
          <p:nvPr/>
        </p:nvSpPr>
        <p:spPr>
          <a:xfrm rot="5400000">
            <a:off x="499599" y="1905237"/>
            <a:ext cx="1146000" cy="132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p4"/>
          <p:cNvSpPr txBox="1">
            <a:spLocks noGrp="1"/>
          </p:cNvSpPr>
          <p:nvPr>
            <p:ph type="body" idx="1"/>
          </p:nvPr>
        </p:nvSpPr>
        <p:spPr>
          <a:xfrm>
            <a:off x="2051200" y="2085600"/>
            <a:ext cx="6282300" cy="8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SzPts val="2400"/>
              <a:buFont typeface="Nixie One"/>
              <a:buChar char="◇"/>
              <a:defRPr sz="2400">
                <a:latin typeface="Nixie One"/>
                <a:ea typeface="Nixie One"/>
                <a:cs typeface="Nixie One"/>
                <a:sym typeface="Nixie One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￭"/>
              <a:defRPr sz="2400">
                <a:latin typeface="Nixie One"/>
                <a:ea typeface="Nixie One"/>
                <a:cs typeface="Nixie One"/>
                <a:sym typeface="Nixie One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￮"/>
              <a:defRPr sz="2400">
                <a:latin typeface="Nixie One"/>
                <a:ea typeface="Nixie One"/>
                <a:cs typeface="Nixie One"/>
                <a:sym typeface="Nixie One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●"/>
              <a:defRPr sz="2400">
                <a:latin typeface="Nixie One"/>
                <a:ea typeface="Nixie One"/>
                <a:cs typeface="Nixie One"/>
                <a:sym typeface="Nixie One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○"/>
              <a:defRPr sz="2400">
                <a:latin typeface="Nixie One"/>
                <a:ea typeface="Nixie One"/>
                <a:cs typeface="Nixie One"/>
                <a:sym typeface="Nixie One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■"/>
              <a:defRPr sz="2400">
                <a:latin typeface="Nixie One"/>
                <a:ea typeface="Nixie One"/>
                <a:cs typeface="Nixie One"/>
                <a:sym typeface="Nixie One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●"/>
              <a:defRPr sz="2400">
                <a:latin typeface="Nixie One"/>
                <a:ea typeface="Nixie One"/>
                <a:cs typeface="Nixie One"/>
                <a:sym typeface="Nixie One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○"/>
              <a:defRPr sz="2400">
                <a:latin typeface="Nixie One"/>
                <a:ea typeface="Nixie One"/>
                <a:cs typeface="Nixie One"/>
                <a:sym typeface="Nixie One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■"/>
              <a:defRPr sz="2400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  <p:sp>
        <p:nvSpPr>
          <p:cNvPr id="92" name="Google Shape;92;p4"/>
          <p:cNvSpPr/>
          <p:nvPr/>
        </p:nvSpPr>
        <p:spPr>
          <a:xfrm rot="10800000" flipH="1">
            <a:off x="-123826" y="281157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9B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"/>
          <p:cNvSpPr/>
          <p:nvPr/>
        </p:nvSpPr>
        <p:spPr>
          <a:xfrm rot="10800000" flipH="1">
            <a:off x="638175" y="319270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"/>
          <p:cNvSpPr/>
          <p:nvPr/>
        </p:nvSpPr>
        <p:spPr>
          <a:xfrm rot="10800000" flipH="1">
            <a:off x="752474" y="1201800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76200" cap="flat" cmpd="sng">
            <a:solidFill>
              <a:srgbClr val="18476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4"/>
          <p:cNvSpPr/>
          <p:nvPr/>
        </p:nvSpPr>
        <p:spPr>
          <a:xfrm rot="10800000" flipH="1">
            <a:off x="657225" y="438017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4"/>
          <p:cNvGrpSpPr/>
          <p:nvPr/>
        </p:nvGrpSpPr>
        <p:grpSpPr>
          <a:xfrm>
            <a:off x="986834" y="1394518"/>
            <a:ext cx="351204" cy="324661"/>
            <a:chOff x="5975075" y="2327500"/>
            <a:chExt cx="420100" cy="388350"/>
          </a:xfrm>
        </p:grpSpPr>
        <p:sp>
          <p:nvSpPr>
            <p:cNvPr id="97" name="Google Shape;97;p4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" name="Google Shape;99;p4"/>
          <p:cNvSpPr/>
          <p:nvPr/>
        </p:nvSpPr>
        <p:spPr>
          <a:xfrm>
            <a:off x="203100" y="3022777"/>
            <a:ext cx="166061" cy="287704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" name="Google Shape;100;p4"/>
          <p:cNvGrpSpPr/>
          <p:nvPr/>
        </p:nvGrpSpPr>
        <p:grpSpPr>
          <a:xfrm>
            <a:off x="295728" y="877706"/>
            <a:ext cx="247469" cy="392302"/>
            <a:chOff x="6718575" y="2318625"/>
            <a:chExt cx="256950" cy="407375"/>
          </a:xfrm>
        </p:grpSpPr>
        <p:sp>
          <p:nvSpPr>
            <p:cNvPr id="101" name="Google Shape;101;p4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" name="Google Shape;109;p4"/>
          <p:cNvGrpSpPr/>
          <p:nvPr/>
        </p:nvGrpSpPr>
        <p:grpSpPr>
          <a:xfrm>
            <a:off x="1229484" y="3310481"/>
            <a:ext cx="342882" cy="350068"/>
            <a:chOff x="3951850" y="2985350"/>
            <a:chExt cx="407950" cy="416500"/>
          </a:xfrm>
        </p:grpSpPr>
        <p:sp>
          <p:nvSpPr>
            <p:cNvPr id="110" name="Google Shape;110;p4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" name="Google Shape;114;p4"/>
          <p:cNvSpPr/>
          <p:nvPr/>
        </p:nvSpPr>
        <p:spPr>
          <a:xfrm rot="10800000" flipH="1">
            <a:off x="542924" y="361217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847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"/>
          <p:cNvSpPr/>
          <p:nvPr/>
        </p:nvSpPr>
        <p:spPr>
          <a:xfrm rot="10800000" flipH="1">
            <a:off x="729000" y="42470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"/>
          <p:cNvSpPr/>
          <p:nvPr/>
        </p:nvSpPr>
        <p:spPr>
          <a:xfrm rot="10800000" flipH="1">
            <a:off x="-115052" y="3996025"/>
            <a:ext cx="819900" cy="7098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"/>
          <p:cNvSpPr/>
          <p:nvPr/>
        </p:nvSpPr>
        <p:spPr>
          <a:xfrm rot="10800000" flipH="1">
            <a:off x="411200" y="25862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00E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828838" y="3843208"/>
            <a:ext cx="248073" cy="248058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" name="Google Shape;119;p4"/>
          <p:cNvGrpSpPr/>
          <p:nvPr/>
        </p:nvGrpSpPr>
        <p:grpSpPr>
          <a:xfrm>
            <a:off x="67092" y="1681690"/>
            <a:ext cx="455624" cy="437054"/>
            <a:chOff x="5241175" y="4959100"/>
            <a:chExt cx="539775" cy="517775"/>
          </a:xfrm>
        </p:grpSpPr>
        <p:sp>
          <p:nvSpPr>
            <p:cNvPr id="120" name="Google Shape;120;p4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" name="Google Shape;126;p4"/>
          <p:cNvSpPr/>
          <p:nvPr/>
        </p:nvSpPr>
        <p:spPr>
          <a:xfrm>
            <a:off x="144926" y="4214500"/>
            <a:ext cx="299952" cy="272838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94000" y="1929581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>
                <a:solidFill>
                  <a:srgbClr val="FFFFFF"/>
                </a:solidFill>
                <a:latin typeface="Nixie One"/>
                <a:ea typeface="Nixie One"/>
                <a:cs typeface="Nixie One"/>
                <a:sym typeface="Nixie One"/>
              </a:rPr>
              <a:t>“</a:t>
            </a:r>
            <a:endParaRPr sz="12000">
              <a:solidFill>
                <a:srgbClr val="FFFFFF"/>
              </a:solidFill>
              <a:latin typeface="Nixie One"/>
              <a:ea typeface="Nixie One"/>
              <a:cs typeface="Nixie One"/>
              <a:sym typeface="Nixie One"/>
            </a:endParaRPr>
          </a:p>
        </p:txBody>
      </p:sp>
      <p:sp>
        <p:nvSpPr>
          <p:cNvPr id="128" name="Google Shape;128;p4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1pPr>
            <a:lvl2pPr lvl="1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2pPr>
            <a:lvl3pPr lvl="2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3pPr>
            <a:lvl4pPr lvl="3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4pPr>
            <a:lvl5pPr lvl="4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5pPr>
            <a:lvl6pPr lvl="5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6pPr>
            <a:lvl7pPr lvl="6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7pPr>
            <a:lvl8pPr lvl="7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8pPr>
            <a:lvl9pPr lvl="8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/>
          <p:nvPr/>
        </p:nvSpPr>
        <p:spPr>
          <a:xfrm rot="10800000" flipH="1">
            <a:off x="7663675" y="3684808"/>
            <a:ext cx="1034700" cy="895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" name="Google Shape;131;p5"/>
          <p:cNvSpPr/>
          <p:nvPr/>
        </p:nvSpPr>
        <p:spPr>
          <a:xfrm rot="5400000">
            <a:off x="499599" y="157100"/>
            <a:ext cx="1146000" cy="132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2" name="Google Shape;132;p5"/>
          <p:cNvSpPr txBox="1">
            <a:spLocks noGrp="1"/>
          </p:cNvSpPr>
          <p:nvPr>
            <p:ph type="title"/>
          </p:nvPr>
        </p:nvSpPr>
        <p:spPr>
          <a:xfrm>
            <a:off x="1732700" y="1735600"/>
            <a:ext cx="4944300" cy="64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5"/>
          <p:cNvSpPr txBox="1">
            <a:spLocks noGrp="1"/>
          </p:cNvSpPr>
          <p:nvPr>
            <p:ph type="body" idx="1"/>
          </p:nvPr>
        </p:nvSpPr>
        <p:spPr>
          <a:xfrm>
            <a:off x="1732700" y="2255125"/>
            <a:ext cx="4944300" cy="165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600"/>
              </a:spcBef>
              <a:spcAft>
                <a:spcPts val="0"/>
              </a:spcAft>
              <a:buSzPts val="1400"/>
              <a:buFont typeface="Muli"/>
              <a:buChar char="◇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￭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￮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134" name="Google Shape;134;p5"/>
          <p:cNvSpPr/>
          <p:nvPr/>
        </p:nvSpPr>
        <p:spPr>
          <a:xfrm rot="10800000" flipH="1">
            <a:off x="-123826" y="105897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9B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"/>
          <p:cNvSpPr/>
          <p:nvPr/>
        </p:nvSpPr>
        <p:spPr>
          <a:xfrm rot="10800000" flipH="1">
            <a:off x="638175" y="144010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"/>
          <p:cNvSpPr/>
          <p:nvPr/>
        </p:nvSpPr>
        <p:spPr>
          <a:xfrm rot="10800000" flipH="1">
            <a:off x="1495424" y="-131650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76200" cap="flat" cmpd="sng">
            <a:solidFill>
              <a:srgbClr val="18476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"/>
          <p:cNvSpPr/>
          <p:nvPr/>
        </p:nvSpPr>
        <p:spPr>
          <a:xfrm rot="10800000" flipH="1">
            <a:off x="327800" y="8892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"/>
          <p:cNvSpPr/>
          <p:nvPr/>
        </p:nvSpPr>
        <p:spPr>
          <a:xfrm rot="10800000" flipH="1">
            <a:off x="8486774" y="423077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847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"/>
          <p:cNvSpPr/>
          <p:nvPr/>
        </p:nvSpPr>
        <p:spPr>
          <a:xfrm rot="10800000" flipH="1">
            <a:off x="8124824" y="461570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"/>
          <p:cNvSpPr/>
          <p:nvPr/>
        </p:nvSpPr>
        <p:spPr>
          <a:xfrm rot="10800000" flipH="1">
            <a:off x="7821348" y="2935400"/>
            <a:ext cx="819900" cy="7098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"/>
          <p:cNvSpPr/>
          <p:nvPr/>
        </p:nvSpPr>
        <p:spPr>
          <a:xfrm rot="10800000" flipH="1">
            <a:off x="8486775" y="351217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00E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" name="Google Shape;142;p5"/>
          <p:cNvGrpSpPr/>
          <p:nvPr/>
        </p:nvGrpSpPr>
        <p:grpSpPr>
          <a:xfrm>
            <a:off x="1729784" y="61068"/>
            <a:ext cx="351204" cy="324661"/>
            <a:chOff x="5975075" y="2327500"/>
            <a:chExt cx="420100" cy="388350"/>
          </a:xfrm>
        </p:grpSpPr>
        <p:sp>
          <p:nvSpPr>
            <p:cNvPr id="143" name="Google Shape;143;p5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5"/>
          <p:cNvSpPr/>
          <p:nvPr/>
        </p:nvSpPr>
        <p:spPr>
          <a:xfrm>
            <a:off x="203100" y="1270177"/>
            <a:ext cx="166061" cy="287704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8772688" y="4461808"/>
            <a:ext cx="248073" cy="248058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7" name="Google Shape;147;p5"/>
          <p:cNvGrpSpPr/>
          <p:nvPr/>
        </p:nvGrpSpPr>
        <p:grpSpPr>
          <a:xfrm>
            <a:off x="7354067" y="3426715"/>
            <a:ext cx="455624" cy="437054"/>
            <a:chOff x="5241175" y="4959100"/>
            <a:chExt cx="539775" cy="517775"/>
          </a:xfrm>
        </p:grpSpPr>
        <p:sp>
          <p:nvSpPr>
            <p:cNvPr id="148" name="Google Shape;148;p5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" name="Google Shape;154;p5"/>
          <p:cNvSpPr/>
          <p:nvPr/>
        </p:nvSpPr>
        <p:spPr>
          <a:xfrm>
            <a:off x="8081326" y="3153875"/>
            <a:ext cx="299952" cy="272838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5" name="Google Shape;155;p5"/>
          <p:cNvGrpSpPr/>
          <p:nvPr/>
        </p:nvGrpSpPr>
        <p:grpSpPr>
          <a:xfrm>
            <a:off x="904276" y="515192"/>
            <a:ext cx="382958" cy="607111"/>
            <a:chOff x="6718575" y="2318625"/>
            <a:chExt cx="256950" cy="407375"/>
          </a:xfrm>
        </p:grpSpPr>
        <p:sp>
          <p:nvSpPr>
            <p:cNvPr id="156" name="Google Shape;156;p5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" name="Google Shape;164;p5"/>
          <p:cNvGrpSpPr/>
          <p:nvPr/>
        </p:nvGrpSpPr>
        <p:grpSpPr>
          <a:xfrm>
            <a:off x="335759" y="1840531"/>
            <a:ext cx="342882" cy="350068"/>
            <a:chOff x="3951850" y="2985350"/>
            <a:chExt cx="407950" cy="416500"/>
          </a:xfrm>
        </p:grpSpPr>
        <p:sp>
          <p:nvSpPr>
            <p:cNvPr id="165" name="Google Shape;165;p5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" name="Google Shape;169;p5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/>
          <p:nvPr/>
        </p:nvSpPr>
        <p:spPr>
          <a:xfrm rot="10800000" flipH="1">
            <a:off x="7663675" y="3684808"/>
            <a:ext cx="1034700" cy="895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2" name="Google Shape;172;p6"/>
          <p:cNvSpPr/>
          <p:nvPr/>
        </p:nvSpPr>
        <p:spPr>
          <a:xfrm rot="5400000">
            <a:off x="499599" y="157100"/>
            <a:ext cx="1146000" cy="132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p6"/>
          <p:cNvSpPr txBox="1">
            <a:spLocks noGrp="1"/>
          </p:cNvSpPr>
          <p:nvPr>
            <p:ph type="title"/>
          </p:nvPr>
        </p:nvSpPr>
        <p:spPr>
          <a:xfrm>
            <a:off x="1732700" y="1735600"/>
            <a:ext cx="4944300" cy="64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6"/>
          <p:cNvSpPr txBox="1">
            <a:spLocks noGrp="1"/>
          </p:cNvSpPr>
          <p:nvPr>
            <p:ph type="body" idx="1"/>
          </p:nvPr>
        </p:nvSpPr>
        <p:spPr>
          <a:xfrm>
            <a:off x="1734000" y="2414450"/>
            <a:ext cx="2667300" cy="26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600"/>
              </a:spcBef>
              <a:spcAft>
                <a:spcPts val="0"/>
              </a:spcAft>
              <a:buSzPts val="1400"/>
              <a:buChar char="◇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￭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￮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5" name="Google Shape;175;p6"/>
          <p:cNvSpPr txBox="1">
            <a:spLocks noGrp="1"/>
          </p:cNvSpPr>
          <p:nvPr>
            <p:ph type="body" idx="2"/>
          </p:nvPr>
        </p:nvSpPr>
        <p:spPr>
          <a:xfrm>
            <a:off x="4562088" y="2414450"/>
            <a:ext cx="2667300" cy="26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600"/>
              </a:spcBef>
              <a:spcAft>
                <a:spcPts val="0"/>
              </a:spcAft>
              <a:buSzPts val="1400"/>
              <a:buChar char="◇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￭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￮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6" name="Google Shape;176;p6"/>
          <p:cNvSpPr/>
          <p:nvPr/>
        </p:nvSpPr>
        <p:spPr>
          <a:xfrm rot="10800000" flipH="1">
            <a:off x="-123826" y="105897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9B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6"/>
          <p:cNvSpPr/>
          <p:nvPr/>
        </p:nvSpPr>
        <p:spPr>
          <a:xfrm rot="10800000" flipH="1">
            <a:off x="638175" y="144010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6"/>
          <p:cNvSpPr/>
          <p:nvPr/>
        </p:nvSpPr>
        <p:spPr>
          <a:xfrm rot="10800000" flipH="1">
            <a:off x="1495424" y="-131650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76200" cap="flat" cmpd="sng">
            <a:solidFill>
              <a:srgbClr val="18476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6"/>
          <p:cNvSpPr/>
          <p:nvPr/>
        </p:nvSpPr>
        <p:spPr>
          <a:xfrm rot="10800000" flipH="1">
            <a:off x="327800" y="8892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" name="Google Shape;180;p6"/>
          <p:cNvGrpSpPr/>
          <p:nvPr/>
        </p:nvGrpSpPr>
        <p:grpSpPr>
          <a:xfrm>
            <a:off x="1729784" y="61068"/>
            <a:ext cx="351204" cy="324661"/>
            <a:chOff x="5975075" y="2327500"/>
            <a:chExt cx="420100" cy="388350"/>
          </a:xfrm>
        </p:grpSpPr>
        <p:sp>
          <p:nvSpPr>
            <p:cNvPr id="181" name="Google Shape;181;p6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" name="Google Shape;183;p6"/>
          <p:cNvSpPr/>
          <p:nvPr/>
        </p:nvSpPr>
        <p:spPr>
          <a:xfrm>
            <a:off x="203100" y="1270177"/>
            <a:ext cx="166061" cy="287704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4" name="Google Shape;184;p6"/>
          <p:cNvGrpSpPr/>
          <p:nvPr/>
        </p:nvGrpSpPr>
        <p:grpSpPr>
          <a:xfrm>
            <a:off x="904276" y="515192"/>
            <a:ext cx="382958" cy="607111"/>
            <a:chOff x="6718575" y="2318625"/>
            <a:chExt cx="256950" cy="407375"/>
          </a:xfrm>
        </p:grpSpPr>
        <p:sp>
          <p:nvSpPr>
            <p:cNvPr id="185" name="Google Shape;185;p6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6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6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3" name="Google Shape;193;p6"/>
          <p:cNvGrpSpPr/>
          <p:nvPr/>
        </p:nvGrpSpPr>
        <p:grpSpPr>
          <a:xfrm>
            <a:off x="335759" y="1840531"/>
            <a:ext cx="342882" cy="350068"/>
            <a:chOff x="3951850" y="2985350"/>
            <a:chExt cx="407950" cy="416500"/>
          </a:xfrm>
        </p:grpSpPr>
        <p:sp>
          <p:nvSpPr>
            <p:cNvPr id="194" name="Google Shape;194;p6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8" name="Google Shape;198;p6"/>
          <p:cNvSpPr/>
          <p:nvPr/>
        </p:nvSpPr>
        <p:spPr>
          <a:xfrm rot="10800000" flipH="1">
            <a:off x="8486774" y="423077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847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6"/>
          <p:cNvSpPr/>
          <p:nvPr/>
        </p:nvSpPr>
        <p:spPr>
          <a:xfrm rot="10800000" flipH="1">
            <a:off x="8124824" y="461570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"/>
          <p:cNvSpPr/>
          <p:nvPr/>
        </p:nvSpPr>
        <p:spPr>
          <a:xfrm rot="10800000" flipH="1">
            <a:off x="7821348" y="2935400"/>
            <a:ext cx="819900" cy="7098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6"/>
          <p:cNvSpPr/>
          <p:nvPr/>
        </p:nvSpPr>
        <p:spPr>
          <a:xfrm rot="10800000" flipH="1">
            <a:off x="8486775" y="351217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00E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8772688" y="4461808"/>
            <a:ext cx="248073" cy="248058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" name="Google Shape;203;p6"/>
          <p:cNvGrpSpPr/>
          <p:nvPr/>
        </p:nvGrpSpPr>
        <p:grpSpPr>
          <a:xfrm>
            <a:off x="7354067" y="3426715"/>
            <a:ext cx="455624" cy="437054"/>
            <a:chOff x="5241175" y="4959100"/>
            <a:chExt cx="539775" cy="517775"/>
          </a:xfrm>
        </p:grpSpPr>
        <p:sp>
          <p:nvSpPr>
            <p:cNvPr id="204" name="Google Shape;204;p6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0" name="Google Shape;210;p6"/>
          <p:cNvSpPr/>
          <p:nvPr/>
        </p:nvSpPr>
        <p:spPr>
          <a:xfrm>
            <a:off x="8081326" y="3153875"/>
            <a:ext cx="299952" cy="272838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6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"/>
          <p:cNvSpPr/>
          <p:nvPr/>
        </p:nvSpPr>
        <p:spPr>
          <a:xfrm rot="5400000">
            <a:off x="499599" y="157100"/>
            <a:ext cx="1146000" cy="132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" name="Google Shape;214;p7"/>
          <p:cNvSpPr txBox="1">
            <a:spLocks noGrp="1"/>
          </p:cNvSpPr>
          <p:nvPr>
            <p:ph type="title"/>
          </p:nvPr>
        </p:nvSpPr>
        <p:spPr>
          <a:xfrm>
            <a:off x="1732700" y="1735600"/>
            <a:ext cx="4944300" cy="64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7"/>
          <p:cNvSpPr txBox="1">
            <a:spLocks noGrp="1"/>
          </p:cNvSpPr>
          <p:nvPr>
            <p:ph type="body" idx="1"/>
          </p:nvPr>
        </p:nvSpPr>
        <p:spPr>
          <a:xfrm>
            <a:off x="1732700" y="2380900"/>
            <a:ext cx="2176800" cy="25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◇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￭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￮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6" name="Google Shape;216;p7"/>
          <p:cNvSpPr txBox="1">
            <a:spLocks noGrp="1"/>
          </p:cNvSpPr>
          <p:nvPr>
            <p:ph type="body" idx="2"/>
          </p:nvPr>
        </p:nvSpPr>
        <p:spPr>
          <a:xfrm>
            <a:off x="4020972" y="2380900"/>
            <a:ext cx="2176800" cy="25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◇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￭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￮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7" name="Google Shape;217;p7"/>
          <p:cNvSpPr txBox="1">
            <a:spLocks noGrp="1"/>
          </p:cNvSpPr>
          <p:nvPr>
            <p:ph type="body" idx="3"/>
          </p:nvPr>
        </p:nvSpPr>
        <p:spPr>
          <a:xfrm>
            <a:off x="6309245" y="2380900"/>
            <a:ext cx="2176800" cy="25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◇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￭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￮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8" name="Google Shape;218;p7"/>
          <p:cNvSpPr/>
          <p:nvPr/>
        </p:nvSpPr>
        <p:spPr>
          <a:xfrm rot="10800000" flipH="1">
            <a:off x="-123826" y="105897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9B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7"/>
          <p:cNvSpPr/>
          <p:nvPr/>
        </p:nvSpPr>
        <p:spPr>
          <a:xfrm rot="10800000" flipH="1">
            <a:off x="638175" y="144010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7"/>
          <p:cNvSpPr/>
          <p:nvPr/>
        </p:nvSpPr>
        <p:spPr>
          <a:xfrm rot="10800000" flipH="1">
            <a:off x="1495424" y="-131650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76200" cap="flat" cmpd="sng">
            <a:solidFill>
              <a:srgbClr val="18476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7"/>
          <p:cNvSpPr/>
          <p:nvPr/>
        </p:nvSpPr>
        <p:spPr>
          <a:xfrm rot="10800000" flipH="1">
            <a:off x="327800" y="8892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" name="Google Shape;222;p7"/>
          <p:cNvGrpSpPr/>
          <p:nvPr/>
        </p:nvGrpSpPr>
        <p:grpSpPr>
          <a:xfrm>
            <a:off x="1729784" y="61068"/>
            <a:ext cx="351204" cy="324661"/>
            <a:chOff x="5975075" y="2327500"/>
            <a:chExt cx="420100" cy="388350"/>
          </a:xfrm>
        </p:grpSpPr>
        <p:sp>
          <p:nvSpPr>
            <p:cNvPr id="223" name="Google Shape;223;p7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7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" name="Google Shape;225;p7"/>
          <p:cNvSpPr/>
          <p:nvPr/>
        </p:nvSpPr>
        <p:spPr>
          <a:xfrm>
            <a:off x="203100" y="1270177"/>
            <a:ext cx="166061" cy="287704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6" name="Google Shape;226;p7"/>
          <p:cNvGrpSpPr/>
          <p:nvPr/>
        </p:nvGrpSpPr>
        <p:grpSpPr>
          <a:xfrm>
            <a:off x="904276" y="515192"/>
            <a:ext cx="382958" cy="607111"/>
            <a:chOff x="6718575" y="2318625"/>
            <a:chExt cx="256950" cy="407375"/>
          </a:xfrm>
        </p:grpSpPr>
        <p:sp>
          <p:nvSpPr>
            <p:cNvPr id="227" name="Google Shape;227;p7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7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7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7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5" name="Google Shape;235;p7"/>
          <p:cNvGrpSpPr/>
          <p:nvPr/>
        </p:nvGrpSpPr>
        <p:grpSpPr>
          <a:xfrm>
            <a:off x="335759" y="1840531"/>
            <a:ext cx="342882" cy="350068"/>
            <a:chOff x="3951850" y="2985350"/>
            <a:chExt cx="407950" cy="416500"/>
          </a:xfrm>
        </p:grpSpPr>
        <p:sp>
          <p:nvSpPr>
            <p:cNvPr id="236" name="Google Shape;236;p7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7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7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7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0" name="Google Shape;240;p7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"/>
          <p:cNvSpPr/>
          <p:nvPr/>
        </p:nvSpPr>
        <p:spPr>
          <a:xfrm rot="10800000" flipH="1">
            <a:off x="7663675" y="3684808"/>
            <a:ext cx="1034700" cy="895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3" name="Google Shape;243;p8"/>
          <p:cNvSpPr/>
          <p:nvPr/>
        </p:nvSpPr>
        <p:spPr>
          <a:xfrm rot="5400000">
            <a:off x="499599" y="157100"/>
            <a:ext cx="1146000" cy="132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4" name="Google Shape;244;p8"/>
          <p:cNvSpPr txBox="1">
            <a:spLocks noGrp="1"/>
          </p:cNvSpPr>
          <p:nvPr>
            <p:ph type="title"/>
          </p:nvPr>
        </p:nvSpPr>
        <p:spPr>
          <a:xfrm>
            <a:off x="1732700" y="821200"/>
            <a:ext cx="4944300" cy="64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8"/>
          <p:cNvSpPr/>
          <p:nvPr/>
        </p:nvSpPr>
        <p:spPr>
          <a:xfrm rot="10800000" flipH="1">
            <a:off x="-123826" y="105897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9B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8"/>
          <p:cNvSpPr/>
          <p:nvPr/>
        </p:nvSpPr>
        <p:spPr>
          <a:xfrm rot="10800000" flipH="1">
            <a:off x="638175" y="144010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8"/>
          <p:cNvSpPr/>
          <p:nvPr/>
        </p:nvSpPr>
        <p:spPr>
          <a:xfrm rot="10800000" flipH="1">
            <a:off x="1495424" y="-131650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76200" cap="flat" cmpd="sng">
            <a:solidFill>
              <a:srgbClr val="18476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8"/>
          <p:cNvSpPr/>
          <p:nvPr/>
        </p:nvSpPr>
        <p:spPr>
          <a:xfrm rot="10800000" flipH="1">
            <a:off x="327800" y="8892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9" name="Google Shape;249;p8"/>
          <p:cNvGrpSpPr/>
          <p:nvPr/>
        </p:nvGrpSpPr>
        <p:grpSpPr>
          <a:xfrm>
            <a:off x="1729784" y="61068"/>
            <a:ext cx="351204" cy="324661"/>
            <a:chOff x="5975075" y="2327500"/>
            <a:chExt cx="420100" cy="388350"/>
          </a:xfrm>
        </p:grpSpPr>
        <p:sp>
          <p:nvSpPr>
            <p:cNvPr id="250" name="Google Shape;250;p8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8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2" name="Google Shape;252;p8"/>
          <p:cNvSpPr/>
          <p:nvPr/>
        </p:nvSpPr>
        <p:spPr>
          <a:xfrm>
            <a:off x="203100" y="1270177"/>
            <a:ext cx="166061" cy="287704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" name="Google Shape;253;p8"/>
          <p:cNvGrpSpPr/>
          <p:nvPr/>
        </p:nvGrpSpPr>
        <p:grpSpPr>
          <a:xfrm>
            <a:off x="904276" y="515192"/>
            <a:ext cx="382958" cy="607111"/>
            <a:chOff x="6718575" y="2318625"/>
            <a:chExt cx="256950" cy="407375"/>
          </a:xfrm>
        </p:grpSpPr>
        <p:sp>
          <p:nvSpPr>
            <p:cNvPr id="254" name="Google Shape;254;p8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8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8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8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8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8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8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" name="Google Shape;262;p8"/>
          <p:cNvGrpSpPr/>
          <p:nvPr/>
        </p:nvGrpSpPr>
        <p:grpSpPr>
          <a:xfrm>
            <a:off x="335759" y="1840531"/>
            <a:ext cx="342882" cy="350068"/>
            <a:chOff x="3951850" y="2985350"/>
            <a:chExt cx="407950" cy="416500"/>
          </a:xfrm>
        </p:grpSpPr>
        <p:sp>
          <p:nvSpPr>
            <p:cNvPr id="263" name="Google Shape;263;p8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8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8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7" name="Google Shape;267;p8"/>
          <p:cNvSpPr/>
          <p:nvPr/>
        </p:nvSpPr>
        <p:spPr>
          <a:xfrm rot="10800000" flipH="1">
            <a:off x="8486774" y="423077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847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8"/>
          <p:cNvSpPr/>
          <p:nvPr/>
        </p:nvSpPr>
        <p:spPr>
          <a:xfrm rot="10800000" flipH="1">
            <a:off x="8124824" y="461570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8"/>
          <p:cNvSpPr/>
          <p:nvPr/>
        </p:nvSpPr>
        <p:spPr>
          <a:xfrm rot="10800000" flipH="1">
            <a:off x="7821348" y="2935400"/>
            <a:ext cx="819900" cy="7098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8"/>
          <p:cNvSpPr/>
          <p:nvPr/>
        </p:nvSpPr>
        <p:spPr>
          <a:xfrm rot="10800000" flipH="1">
            <a:off x="8486775" y="351217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00E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8772688" y="4461808"/>
            <a:ext cx="248073" cy="248058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2" name="Google Shape;272;p8"/>
          <p:cNvGrpSpPr/>
          <p:nvPr/>
        </p:nvGrpSpPr>
        <p:grpSpPr>
          <a:xfrm>
            <a:off x="7354067" y="3426715"/>
            <a:ext cx="455624" cy="437054"/>
            <a:chOff x="5241175" y="4959100"/>
            <a:chExt cx="539775" cy="517775"/>
          </a:xfrm>
        </p:grpSpPr>
        <p:sp>
          <p:nvSpPr>
            <p:cNvPr id="273" name="Google Shape;273;p8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8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8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8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8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8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9" name="Google Shape;279;p8"/>
          <p:cNvSpPr/>
          <p:nvPr/>
        </p:nvSpPr>
        <p:spPr>
          <a:xfrm>
            <a:off x="8081326" y="3153875"/>
            <a:ext cx="299952" cy="272838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8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0"/>
          <p:cNvSpPr/>
          <p:nvPr/>
        </p:nvSpPr>
        <p:spPr>
          <a:xfrm rot="10800000" flipH="1">
            <a:off x="8218352" y="4121459"/>
            <a:ext cx="685200" cy="593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3" name="Google Shape;323;p10"/>
          <p:cNvSpPr/>
          <p:nvPr/>
        </p:nvSpPr>
        <p:spPr>
          <a:xfrm rot="5400000">
            <a:off x="388487" y="105212"/>
            <a:ext cx="944100" cy="109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4" name="Google Shape;324;p10"/>
          <p:cNvSpPr/>
          <p:nvPr/>
        </p:nvSpPr>
        <p:spPr>
          <a:xfrm rot="10800000" flipH="1">
            <a:off x="-123825" y="847791"/>
            <a:ext cx="674400" cy="5844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9B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0"/>
          <p:cNvSpPr/>
          <p:nvPr/>
        </p:nvSpPr>
        <p:spPr>
          <a:xfrm rot="10800000" flipH="1">
            <a:off x="503116" y="1161450"/>
            <a:ext cx="352800" cy="3054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0"/>
          <p:cNvSpPr/>
          <p:nvPr/>
        </p:nvSpPr>
        <p:spPr>
          <a:xfrm rot="10800000" flipH="1">
            <a:off x="1208424" y="-131812"/>
            <a:ext cx="674400" cy="584400"/>
          </a:xfrm>
          <a:prstGeom prst="hexagon">
            <a:avLst>
              <a:gd name="adj" fmla="val 28678"/>
              <a:gd name="vf" fmla="val 115470"/>
            </a:avLst>
          </a:prstGeom>
          <a:noFill/>
          <a:ln w="76200" cap="flat" cmpd="sng">
            <a:solidFill>
              <a:srgbClr val="18476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0"/>
          <p:cNvSpPr/>
          <p:nvPr/>
        </p:nvSpPr>
        <p:spPr>
          <a:xfrm rot="10800000" flipH="1">
            <a:off x="247753" y="49693"/>
            <a:ext cx="295200" cy="2556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0"/>
          <p:cNvSpPr/>
          <p:nvPr/>
        </p:nvSpPr>
        <p:spPr>
          <a:xfrm rot="10800000" flipH="1">
            <a:off x="8763568" y="4485979"/>
            <a:ext cx="543000" cy="4704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847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0"/>
          <p:cNvSpPr/>
          <p:nvPr/>
        </p:nvSpPr>
        <p:spPr>
          <a:xfrm rot="10800000" flipH="1">
            <a:off x="8523810" y="4741100"/>
            <a:ext cx="284100" cy="2457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0"/>
          <p:cNvSpPr/>
          <p:nvPr/>
        </p:nvSpPr>
        <p:spPr>
          <a:xfrm rot="10800000" flipH="1">
            <a:off x="8322785" y="3628023"/>
            <a:ext cx="543000" cy="470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0"/>
          <p:cNvSpPr/>
          <p:nvPr/>
        </p:nvSpPr>
        <p:spPr>
          <a:xfrm rot="10800000" flipH="1">
            <a:off x="8763569" y="4009882"/>
            <a:ext cx="237600" cy="2058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00E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0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0E293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732700" y="1735600"/>
            <a:ext cx="4944300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732700" y="2255125"/>
            <a:ext cx="4944300" cy="16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600"/>
              </a:spcBef>
              <a:spcAft>
                <a:spcPts val="0"/>
              </a:spcAft>
              <a:buClr>
                <a:srgbClr val="19BBD5"/>
              </a:buClr>
              <a:buSzPts val="1400"/>
              <a:buFont typeface="Muli"/>
              <a:buChar char="◇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1400"/>
              <a:buFont typeface="Muli"/>
              <a:buChar char="￭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1400"/>
              <a:buFont typeface="Muli"/>
              <a:buChar char="￮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1400"/>
              <a:buFont typeface="Muli"/>
              <a:buChar char="●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1400"/>
              <a:buFont typeface="Muli"/>
              <a:buChar char="○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C6DAEC"/>
              </a:buClr>
              <a:buSzPts val="1400"/>
              <a:buFont typeface="Muli"/>
              <a:buChar char="■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C6DAEC"/>
              </a:buClr>
              <a:buSzPts val="1400"/>
              <a:buFont typeface="Muli"/>
              <a:buChar char="●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C6DAEC"/>
              </a:buClr>
              <a:buSzPts val="1400"/>
              <a:buFont typeface="Muli"/>
              <a:buChar char="○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C6DAEC"/>
              </a:buClr>
              <a:buSzPts val="1400"/>
              <a:buFont typeface="Muli"/>
              <a:buChar char="■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lvl="1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lvl="2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lvl="3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lvl="4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lvl="5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lvl="6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lvl="7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lvl="8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1"/>
          <p:cNvSpPr txBox="1">
            <a:spLocks noGrp="1"/>
          </p:cNvSpPr>
          <p:nvPr>
            <p:ph type="ctrTitle"/>
          </p:nvPr>
        </p:nvSpPr>
        <p:spPr>
          <a:xfrm>
            <a:off x="1400175" y="1991825"/>
            <a:ext cx="63435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smtClean="0"/>
              <a:t>Virtual Mouse</a:t>
            </a:r>
            <a:endParaRPr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5"/>
          <p:cNvSpPr txBox="1">
            <a:spLocks noGrp="1"/>
          </p:cNvSpPr>
          <p:nvPr>
            <p:ph type="body" idx="1"/>
          </p:nvPr>
        </p:nvSpPr>
        <p:spPr>
          <a:xfrm>
            <a:off x="2051200" y="2085600"/>
            <a:ext cx="6282300" cy="8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 smtClean="0"/>
              <a:t>Technology Make Life Simple</a:t>
            </a:r>
            <a:r>
              <a:rPr lang="en" dirty="0" smtClean="0"/>
              <a:t>.</a:t>
            </a:r>
            <a:endParaRPr dirty="0"/>
          </a:p>
        </p:txBody>
      </p:sp>
      <p:sp>
        <p:nvSpPr>
          <p:cNvPr id="367" name="Google Shape;367;p15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2"/>
          <p:cNvSpPr txBox="1">
            <a:spLocks noGrp="1"/>
          </p:cNvSpPr>
          <p:nvPr>
            <p:ph type="title"/>
          </p:nvPr>
        </p:nvSpPr>
        <p:spPr>
          <a:xfrm>
            <a:off x="1732700" y="973600"/>
            <a:ext cx="5792100" cy="64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smtClean="0"/>
              <a:t>INTRODUCTION</a:t>
            </a:r>
            <a:endParaRPr lang="en-US" b="1" dirty="0"/>
          </a:p>
        </p:txBody>
      </p:sp>
      <p:sp>
        <p:nvSpPr>
          <p:cNvPr id="343" name="Google Shape;343;p12"/>
          <p:cNvSpPr txBox="1"/>
          <p:nvPr/>
        </p:nvSpPr>
        <p:spPr>
          <a:xfrm>
            <a:off x="1732700" y="1744524"/>
            <a:ext cx="6727732" cy="291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en" sz="1200" b="1" dirty="0" smtClean="0"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rPr>
              <a:t>This project is to develop a Virtual Mouse using Hand Gesture Recognition.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en" sz="1200" b="1" dirty="0" smtClean="0"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rPr>
              <a:t>The hand gestures are the most effortless and natural way of communucation.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en" sz="1200" b="1" dirty="0" smtClean="0"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rPr>
              <a:t>The aim is to perform various operation of the cursor.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en" sz="1200" b="1" dirty="0" smtClean="0"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rPr>
              <a:t>Inste</a:t>
            </a:r>
            <a:r>
              <a:rPr lang="en-IN" sz="1200" b="1" dirty="0" smtClean="0"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rPr>
              <a:t>a</a:t>
            </a:r>
            <a:r>
              <a:rPr lang="en" sz="1200" b="1" dirty="0" smtClean="0"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rPr>
              <a:t>d of using more expensive sensors , a simple web camera can identify the gestures and perform the action.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en" sz="1200" b="1" dirty="0" smtClean="0"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rPr>
              <a:t>It helps the user to interact with  a computer without any physical and hardware device to conmtrol mouse operation.</a:t>
            </a:r>
            <a:endParaRPr sz="1200" b="1" dirty="0">
              <a:solidFill>
                <a:srgbClr val="C6DAEC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100" dirty="0">
              <a:solidFill>
                <a:srgbClr val="C6DAEC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346" name="Google Shape;346;p12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4"/>
          <p:cNvSpPr txBox="1">
            <a:spLocks noGrp="1"/>
          </p:cNvSpPr>
          <p:nvPr>
            <p:ph type="ctrTitle"/>
          </p:nvPr>
        </p:nvSpPr>
        <p:spPr>
          <a:xfrm>
            <a:off x="2476575" y="267494"/>
            <a:ext cx="5767833" cy="87176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smtClean="0"/>
              <a:t>PROBLEM STATEMENT </a:t>
            </a:r>
            <a:endParaRPr b="1" dirty="0"/>
          </a:p>
        </p:txBody>
      </p:sp>
      <p:sp>
        <p:nvSpPr>
          <p:cNvPr id="360" name="Google Shape;360;p14"/>
          <p:cNvSpPr txBox="1">
            <a:spLocks noGrp="1"/>
          </p:cNvSpPr>
          <p:nvPr>
            <p:ph type="subTitle" idx="1"/>
          </p:nvPr>
        </p:nvSpPr>
        <p:spPr>
          <a:xfrm>
            <a:off x="2476575" y="1419622"/>
            <a:ext cx="5911849" cy="33123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b="1" dirty="0" smtClean="0"/>
              <a:t>To design a virtual mouse which detect hand </a:t>
            </a:r>
            <a:r>
              <a:rPr lang="en-US" b="1" dirty="0" smtClean="0"/>
              <a:t>gestures and perform mouse operation only using the fingers.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b="1" dirty="0" smtClean="0"/>
              <a:t>We used different combinations of perform various operation of the mouse according to which particular combination of fingers is recognized.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b="1" dirty="0" smtClean="0"/>
              <a:t>In proposed system user don’t have to color their fingers with specific color and are not required to use any device or sensors.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b="1" dirty="0" smtClean="0"/>
              <a:t>Easy to use and cost effective.</a:t>
            </a:r>
            <a:endParaRPr b="1" dirty="0"/>
          </a:p>
        </p:txBody>
      </p:sp>
      <p:sp>
        <p:nvSpPr>
          <p:cNvPr id="361" name="Google Shape;361;p14"/>
          <p:cNvSpPr txBox="1"/>
          <p:nvPr/>
        </p:nvSpPr>
        <p:spPr>
          <a:xfrm>
            <a:off x="409575" y="1676400"/>
            <a:ext cx="2002185" cy="1687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>
                <a:solidFill>
                  <a:srgbClr val="FFFFFF"/>
                </a:solidFill>
                <a:latin typeface="Nixie One"/>
                <a:ea typeface="Nixie One"/>
                <a:cs typeface="Nixie One"/>
                <a:sym typeface="Nixie One"/>
              </a:rPr>
              <a:t>1</a:t>
            </a:r>
            <a:endParaRPr b="1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6"/>
          <p:cNvSpPr txBox="1">
            <a:spLocks noGrp="1"/>
          </p:cNvSpPr>
          <p:nvPr>
            <p:ph type="title"/>
          </p:nvPr>
        </p:nvSpPr>
        <p:spPr>
          <a:xfrm>
            <a:off x="2411760" y="123478"/>
            <a:ext cx="6600484" cy="64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/>
              <a:t>PROPOSED SYSTEM</a:t>
            </a:r>
            <a:endParaRPr b="1" dirty="0"/>
          </a:p>
        </p:txBody>
      </p:sp>
      <p:sp>
        <p:nvSpPr>
          <p:cNvPr id="374" name="Google Shape;374;p16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181421311"/>
              </p:ext>
            </p:extLst>
          </p:nvPr>
        </p:nvGraphicFramePr>
        <p:xfrm>
          <a:off x="1547664" y="771550"/>
          <a:ext cx="6216352" cy="4176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8"/>
          <p:cNvSpPr txBox="1">
            <a:spLocks noGrp="1"/>
          </p:cNvSpPr>
          <p:nvPr>
            <p:ph type="body" idx="1"/>
          </p:nvPr>
        </p:nvSpPr>
        <p:spPr>
          <a:xfrm>
            <a:off x="1979712" y="699542"/>
            <a:ext cx="4998240" cy="17414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 smtClean="0">
                <a:solidFill>
                  <a:schemeClr val="accent1"/>
                </a:solidFill>
              </a:rPr>
              <a:t>Operation Of Cursor:</a:t>
            </a:r>
          </a:p>
          <a:p>
            <a:pPr marL="342900" lvl="0" indent="-342900" algn="l" rtl="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" b="1" dirty="0" smtClean="0"/>
              <a:t>Hand Landmark Detection</a:t>
            </a:r>
          </a:p>
          <a:p>
            <a:pPr marL="342900" lvl="0" indent="-342900" algn="l" rtl="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" b="1" dirty="0" smtClean="0"/>
              <a:t>Move</a:t>
            </a:r>
          </a:p>
          <a:p>
            <a:pPr marL="342900" lvl="0" indent="-342900" algn="l" rtl="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" b="1" dirty="0" smtClean="0"/>
              <a:t>Double Click</a:t>
            </a:r>
          </a:p>
          <a:p>
            <a:pPr marL="342900" lvl="0" indent="-342900" algn="l" rtl="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" b="1" dirty="0" smtClean="0"/>
              <a:t>Scroll Up</a:t>
            </a:r>
          </a:p>
          <a:p>
            <a:pPr marL="342900" lvl="0" indent="-342900" algn="l" rtl="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" b="1" dirty="0" smtClean="0"/>
              <a:t>Scroll Down</a:t>
            </a:r>
            <a:endParaRPr b="1" dirty="0"/>
          </a:p>
        </p:txBody>
      </p:sp>
      <p:sp>
        <p:nvSpPr>
          <p:cNvPr id="399" name="Google Shape;399;p18"/>
          <p:cNvSpPr txBox="1">
            <a:spLocks noGrp="1"/>
          </p:cNvSpPr>
          <p:nvPr>
            <p:ph type="title"/>
          </p:nvPr>
        </p:nvSpPr>
        <p:spPr>
          <a:xfrm>
            <a:off x="4067944" y="123478"/>
            <a:ext cx="4944300" cy="64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smtClean="0"/>
              <a:t>METHODOLOGY</a:t>
            </a:r>
            <a:endParaRPr b="1" dirty="0"/>
          </a:p>
        </p:txBody>
      </p:sp>
      <p:sp>
        <p:nvSpPr>
          <p:cNvPr id="400" name="Google Shape;400;p18"/>
          <p:cNvSpPr txBox="1">
            <a:spLocks noGrp="1"/>
          </p:cNvSpPr>
          <p:nvPr>
            <p:ph type="body" idx="2"/>
          </p:nvPr>
        </p:nvSpPr>
        <p:spPr>
          <a:xfrm>
            <a:off x="1979712" y="2427734"/>
            <a:ext cx="5184576" cy="25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 smtClean="0">
                <a:solidFill>
                  <a:schemeClr val="accent1"/>
                </a:solidFill>
              </a:rPr>
              <a:t>Steps:</a:t>
            </a:r>
            <a:endParaRPr b="1" dirty="0" smtClean="0">
              <a:solidFill>
                <a:schemeClr val="accent1"/>
              </a:solidFill>
            </a:endParaRPr>
          </a:p>
          <a:p>
            <a:pPr marL="360000" lvl="0" indent="-360000" algn="l" rtl="0">
              <a:lnSpc>
                <a:spcPct val="150000"/>
              </a:lnSpc>
              <a:spcAft>
                <a:spcPts val="0"/>
              </a:spcAft>
              <a:buFont typeface="+mj-lt"/>
              <a:buAutoNum type="romanLcPeriod"/>
            </a:pPr>
            <a:r>
              <a:rPr lang="en" b="1" dirty="0" smtClean="0"/>
              <a:t>It will detect the camera , video interface will bew start</a:t>
            </a:r>
          </a:p>
          <a:p>
            <a:pPr marL="360000" lvl="0" indent="-360000" algn="l" rtl="0">
              <a:lnSpc>
                <a:spcPct val="150000"/>
              </a:lnSpc>
              <a:spcAft>
                <a:spcPts val="0"/>
              </a:spcAft>
              <a:buFont typeface="+mj-lt"/>
              <a:buAutoNum type="romanLcPeriod"/>
            </a:pPr>
            <a:r>
              <a:rPr lang="en" b="1" dirty="0" smtClean="0"/>
              <a:t>The camera can extract and recognize human hand gestures from video interface</a:t>
            </a:r>
          </a:p>
          <a:p>
            <a:pPr marL="360000" lvl="0" indent="-360000" algn="l" rtl="0">
              <a:lnSpc>
                <a:spcPct val="150000"/>
              </a:lnSpc>
              <a:spcAft>
                <a:spcPts val="0"/>
              </a:spcAft>
              <a:buFont typeface="+mj-lt"/>
              <a:buAutoNum type="romanLcPeriod"/>
            </a:pPr>
            <a:r>
              <a:rPr lang="en" b="1" dirty="0" smtClean="0"/>
              <a:t>Hand tracking functionality is done by mediaPipe</a:t>
            </a:r>
          </a:p>
          <a:p>
            <a:pPr marL="360000" lvl="0" indent="-360000" algn="l" rtl="0">
              <a:lnSpc>
                <a:spcPct val="150000"/>
              </a:lnSpc>
              <a:spcAft>
                <a:spcPts val="0"/>
              </a:spcAft>
              <a:buFont typeface="+mj-lt"/>
              <a:buAutoNum type="romanLcPeriod"/>
            </a:pPr>
            <a:r>
              <a:rPr lang="en" b="1" dirty="0" smtClean="0"/>
              <a:t>After the recognition the cursor move according , to perform various operation</a:t>
            </a:r>
          </a:p>
          <a:p>
            <a:pPr marL="342900" lvl="0" indent="-342900" algn="l" rtl="0">
              <a:spcBef>
                <a:spcPts val="600"/>
              </a:spcBef>
              <a:spcAft>
                <a:spcPts val="0"/>
              </a:spcAft>
              <a:buFont typeface="+mj-lt"/>
              <a:buAutoNum type="romanLcPeriod"/>
            </a:pPr>
            <a:endParaRPr dirty="0"/>
          </a:p>
        </p:txBody>
      </p:sp>
      <p:sp>
        <p:nvSpPr>
          <p:cNvPr id="401" name="Google Shape;401;p18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9"/>
          <p:cNvSpPr txBox="1">
            <a:spLocks noGrp="1"/>
          </p:cNvSpPr>
          <p:nvPr>
            <p:ph type="title"/>
          </p:nvPr>
        </p:nvSpPr>
        <p:spPr>
          <a:xfrm>
            <a:off x="2627784" y="195486"/>
            <a:ext cx="4944300" cy="64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smtClean="0"/>
              <a:t>Module</a:t>
            </a:r>
            <a:r>
              <a:rPr lang="en-US" b="1" dirty="0" smtClean="0"/>
              <a:t>s Used</a:t>
            </a:r>
            <a:endParaRPr b="1" dirty="0"/>
          </a:p>
        </p:txBody>
      </p:sp>
      <p:sp>
        <p:nvSpPr>
          <p:cNvPr id="407" name="Google Shape;407;p19"/>
          <p:cNvSpPr txBox="1">
            <a:spLocks noGrp="1"/>
          </p:cNvSpPr>
          <p:nvPr>
            <p:ph type="body" idx="1"/>
          </p:nvPr>
        </p:nvSpPr>
        <p:spPr>
          <a:xfrm>
            <a:off x="1979712" y="915566"/>
            <a:ext cx="6336704" cy="41044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 smtClean="0">
                <a:solidFill>
                  <a:schemeClr val="accent1"/>
                </a:solidFill>
              </a:rPr>
              <a:t>MediaPipe:</a:t>
            </a:r>
            <a:endParaRPr b="1" dirty="0">
              <a:solidFill>
                <a:schemeClr val="accent1"/>
              </a:solidFill>
            </a:endParaRPr>
          </a:p>
          <a:p>
            <a:r>
              <a:rPr lang="en-US" sz="1200" b="1" dirty="0"/>
              <a:t>Hand tracking: </a:t>
            </a:r>
            <a:r>
              <a:rPr lang="en-US" sz="1200" b="1" dirty="0" err="1"/>
              <a:t>MediaPipe</a:t>
            </a:r>
            <a:r>
              <a:rPr lang="en-US" sz="1200" b="1" dirty="0"/>
              <a:t> can be used to track the movements of the user's hand, allowing the virtual mouse to be controlled using hand gestures.</a:t>
            </a:r>
          </a:p>
          <a:p>
            <a:r>
              <a:rPr lang="en-US" sz="1200" b="1" dirty="0"/>
              <a:t>Pose estimation: </a:t>
            </a:r>
            <a:r>
              <a:rPr lang="en-US" sz="1200" b="1" dirty="0" err="1"/>
              <a:t>MediaPipe</a:t>
            </a:r>
            <a:r>
              <a:rPr lang="en-US" sz="1200" b="1" dirty="0"/>
              <a:t> can also be used to estimate the user's pose, including the position and orientation of their head, which can be used to control the virtual mouse.</a:t>
            </a:r>
          </a:p>
          <a:p>
            <a:r>
              <a:rPr lang="en-US" sz="1200" b="1" dirty="0"/>
              <a:t>Face detection and recognition: </a:t>
            </a:r>
            <a:r>
              <a:rPr lang="en-US" sz="1200" b="1" dirty="0" err="1"/>
              <a:t>MediaPipe</a:t>
            </a:r>
            <a:r>
              <a:rPr lang="en-US" sz="1200" b="1" dirty="0"/>
              <a:t> can be used to detect and recognize the user's face, allowing the virtual mouse to be controlled using facial expressions or head movements.</a:t>
            </a:r>
          </a:p>
          <a:p>
            <a:r>
              <a:rPr lang="en-US" sz="1200" b="1" dirty="0"/>
              <a:t>Object detection: </a:t>
            </a:r>
            <a:r>
              <a:rPr lang="en-US" sz="1200" b="1" dirty="0" err="1"/>
              <a:t>MediaPipe</a:t>
            </a:r>
            <a:r>
              <a:rPr lang="en-US" sz="1200" b="1" dirty="0"/>
              <a:t> can be used to detect objects in the environment, such as a computer screen or a keyboard, which can be used to provide context for the virtual mouse.</a:t>
            </a:r>
          </a:p>
          <a:p>
            <a:r>
              <a:rPr lang="en-US" sz="1200" b="1" dirty="0"/>
              <a:t>Gesture recognition: </a:t>
            </a:r>
            <a:r>
              <a:rPr lang="en-US" sz="1200" b="1" dirty="0" err="1"/>
              <a:t>MediaPipe</a:t>
            </a:r>
            <a:r>
              <a:rPr lang="en-US" sz="1200" b="1" dirty="0"/>
              <a:t> can be used to recognize a variety of gestures, including hand gestures, facial expressions, and head movements, which can be used to control the virtual mouse.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0" name="Google Shape;410;p19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547664" y="843558"/>
            <a:ext cx="6264696" cy="4536504"/>
          </a:xfrm>
        </p:spPr>
        <p:txBody>
          <a:bodyPr/>
          <a:lstStyle/>
          <a:p>
            <a:pPr marL="139700" indent="0">
              <a:buNone/>
            </a:pPr>
            <a:r>
              <a:rPr lang="en-US" sz="1600" b="1" dirty="0" err="1" smtClean="0">
                <a:solidFill>
                  <a:schemeClr val="accent1"/>
                </a:solidFill>
              </a:rPr>
              <a:t>OpenCV</a:t>
            </a:r>
            <a:r>
              <a:rPr lang="en-US" sz="1600" b="1" dirty="0" smtClean="0">
                <a:solidFill>
                  <a:schemeClr val="accent1"/>
                </a:solidFill>
              </a:rPr>
              <a:t>:</a:t>
            </a:r>
          </a:p>
          <a:p>
            <a:r>
              <a:rPr lang="en-US" sz="1200" b="1" dirty="0" smtClean="0">
                <a:solidFill>
                  <a:schemeClr val="tx1"/>
                </a:solidFill>
              </a:rPr>
              <a:t>Object </a:t>
            </a:r>
            <a:r>
              <a:rPr lang="en-US" sz="1200" b="1" dirty="0">
                <a:solidFill>
                  <a:schemeClr val="tx1"/>
                </a:solidFill>
              </a:rPr>
              <a:t>detection: </a:t>
            </a:r>
            <a:r>
              <a:rPr lang="en-US" sz="1200" b="1" dirty="0" err="1">
                <a:solidFill>
                  <a:schemeClr val="tx1"/>
                </a:solidFill>
              </a:rPr>
              <a:t>OpenCV</a:t>
            </a:r>
            <a:r>
              <a:rPr lang="en-US" sz="1200" b="1" dirty="0">
                <a:solidFill>
                  <a:schemeClr val="tx1"/>
                </a:solidFill>
              </a:rPr>
              <a:t> can be used to detect the hand or finger movements of the user and track them in real-time. This information can be used to move the cursor on the screen and control the virtual mouse</a:t>
            </a:r>
            <a:r>
              <a:rPr lang="en-US" sz="1200" b="1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Gesture recognition: </a:t>
            </a:r>
            <a:r>
              <a:rPr lang="en-US" sz="1200" b="1" dirty="0" err="1">
                <a:solidFill>
                  <a:schemeClr val="tx1"/>
                </a:solidFill>
              </a:rPr>
              <a:t>OpenCV</a:t>
            </a:r>
            <a:r>
              <a:rPr lang="en-US" sz="1200" b="1" dirty="0">
                <a:solidFill>
                  <a:schemeClr val="tx1"/>
                </a:solidFill>
              </a:rPr>
              <a:t> can be used to recognize hand gestures, such as a swipe or a pinch, and map them to specific mouse actions, such </a:t>
            </a:r>
            <a:r>
              <a:rPr lang="en-US" sz="1200" b="1" dirty="0" err="1">
                <a:solidFill>
                  <a:schemeClr val="tx1"/>
                </a:solidFill>
              </a:rPr>
              <a:t>ṣXas</a:t>
            </a:r>
            <a:r>
              <a:rPr lang="en-US" sz="1200" b="1" dirty="0">
                <a:solidFill>
                  <a:schemeClr val="tx1"/>
                </a:solidFill>
              </a:rPr>
              <a:t> clicking or scrolling</a:t>
            </a:r>
            <a:r>
              <a:rPr lang="en-US" sz="1200" b="1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Image processing: </a:t>
            </a:r>
            <a:r>
              <a:rPr lang="en-US" sz="1200" b="1" dirty="0" err="1">
                <a:solidFill>
                  <a:schemeClr val="tx1"/>
                </a:solidFill>
              </a:rPr>
              <a:t>OpenCV</a:t>
            </a:r>
            <a:r>
              <a:rPr lang="en-US" sz="1200" b="1" dirty="0">
                <a:solidFill>
                  <a:schemeClr val="tx1"/>
                </a:solidFill>
              </a:rPr>
              <a:t> can be used to process the video feed from a camera and extract useful information such as hand position, finger count, and movement speed</a:t>
            </a:r>
            <a:r>
              <a:rPr lang="en-US" sz="1200" b="1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sz="1200" b="1" dirty="0" smtClean="0">
                <a:solidFill>
                  <a:schemeClr val="tx1"/>
                </a:solidFill>
              </a:rPr>
              <a:t>Machine </a:t>
            </a:r>
            <a:r>
              <a:rPr lang="en-US" sz="1200" b="1" dirty="0">
                <a:solidFill>
                  <a:schemeClr val="tx1"/>
                </a:solidFill>
              </a:rPr>
              <a:t>learning: </a:t>
            </a:r>
            <a:r>
              <a:rPr lang="en-US" sz="1200" b="1" dirty="0" err="1">
                <a:solidFill>
                  <a:schemeClr val="tx1"/>
                </a:solidFill>
              </a:rPr>
              <a:t>OpenCV</a:t>
            </a:r>
            <a:r>
              <a:rPr lang="en-US" sz="1200" b="1" dirty="0">
                <a:solidFill>
                  <a:schemeClr val="tx1"/>
                </a:solidFill>
              </a:rPr>
              <a:t> can be used to train a machine learning model to recognize hand gestures and movements, which can then be used to control the virtual mouse</a:t>
            </a:r>
            <a:r>
              <a:rPr lang="en-US" sz="1200" b="1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Calibration: </a:t>
            </a:r>
            <a:r>
              <a:rPr lang="en-US" sz="1200" b="1" dirty="0" err="1">
                <a:solidFill>
                  <a:schemeClr val="tx1"/>
                </a:solidFill>
              </a:rPr>
              <a:t>OpenCV</a:t>
            </a:r>
            <a:r>
              <a:rPr lang="en-US" sz="1200" b="1" dirty="0">
                <a:solidFill>
                  <a:schemeClr val="tx1"/>
                </a:solidFill>
              </a:rPr>
              <a:t> can be used to calibrate the camera and the virtual mouse, ensuring accurate and consistent tracking of the user's hand movements</a:t>
            </a:r>
            <a:r>
              <a:rPr lang="en-US" sz="1200" b="1" dirty="0"/>
              <a:t>.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b="1" dirty="0">
                <a:solidFill>
                  <a:schemeClr val="accent1"/>
                </a:solidFill>
              </a:rPr>
              <a:t/>
            </a:r>
            <a:br>
              <a:rPr lang="en-US" sz="1600" b="1" dirty="0">
                <a:solidFill>
                  <a:schemeClr val="accent1"/>
                </a:solidFill>
              </a:rPr>
            </a:br>
            <a:endParaRPr lang="en-IN" dirty="0"/>
          </a:p>
        </p:txBody>
      </p:sp>
      <p:sp>
        <p:nvSpPr>
          <p:cNvPr id="440" name="Google Shape;440;p2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39752" y="195486"/>
            <a:ext cx="5472608" cy="5184576"/>
          </a:xfrm>
        </p:spPr>
        <p:txBody>
          <a:bodyPr/>
          <a:lstStyle/>
          <a:p>
            <a:pPr marL="139700" indent="0">
              <a:buNone/>
            </a:pPr>
            <a:r>
              <a:rPr lang="en-US" b="1" dirty="0" err="1" smtClean="0">
                <a:solidFill>
                  <a:schemeClr val="accent1"/>
                </a:solidFill>
              </a:rPr>
              <a:t>Pyautogui</a:t>
            </a:r>
            <a:r>
              <a:rPr lang="en-US" b="1" dirty="0" smtClean="0">
                <a:solidFill>
                  <a:schemeClr val="accent1"/>
                </a:solidFill>
              </a:rPr>
              <a:t>:</a:t>
            </a:r>
          </a:p>
          <a:p>
            <a:r>
              <a:rPr lang="en-US" sz="1200" b="1" dirty="0" smtClean="0">
                <a:solidFill>
                  <a:schemeClr val="tx1"/>
                </a:solidFill>
              </a:rPr>
              <a:t>Moving </a:t>
            </a:r>
            <a:r>
              <a:rPr lang="en-US" sz="1200" b="1" dirty="0">
                <a:solidFill>
                  <a:schemeClr val="tx1"/>
                </a:solidFill>
              </a:rPr>
              <a:t>the mouse cursor: </a:t>
            </a:r>
            <a:r>
              <a:rPr lang="en-US" sz="1200" b="1" dirty="0" err="1">
                <a:solidFill>
                  <a:schemeClr val="tx1"/>
                </a:solidFill>
              </a:rPr>
              <a:t>PyAutoGUI</a:t>
            </a:r>
            <a:r>
              <a:rPr lang="en-US" sz="1200" b="1" dirty="0">
                <a:solidFill>
                  <a:schemeClr val="tx1"/>
                </a:solidFill>
              </a:rPr>
              <a:t> can be used to move the mouse cursor to a specific location on the screen, such as a button or a menu option.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Clicking the mouse: </a:t>
            </a:r>
            <a:r>
              <a:rPr lang="en-US" sz="1200" b="1" dirty="0" err="1">
                <a:solidFill>
                  <a:schemeClr val="tx1"/>
                </a:solidFill>
              </a:rPr>
              <a:t>PyAutoGUI</a:t>
            </a:r>
            <a:r>
              <a:rPr lang="en-US" sz="1200" b="1" dirty="0">
                <a:solidFill>
                  <a:schemeClr val="tx1"/>
                </a:solidFill>
              </a:rPr>
              <a:t> can simulate a left or right click of the mouse. This is useful for clicking buttons or links on a webpage.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Dragging and dropping: </a:t>
            </a:r>
            <a:r>
              <a:rPr lang="en-US" sz="1200" b="1" dirty="0" err="1">
                <a:solidFill>
                  <a:schemeClr val="tx1"/>
                </a:solidFill>
              </a:rPr>
              <a:t>PyAutoGUI</a:t>
            </a:r>
            <a:r>
              <a:rPr lang="en-US" sz="1200" b="1" dirty="0">
                <a:solidFill>
                  <a:schemeClr val="tx1"/>
                </a:solidFill>
              </a:rPr>
              <a:t> can simulate dragging and dropping items on the screen. This is useful for rearranging icons on the desktop or moving files between folders.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Scrolling: </a:t>
            </a:r>
            <a:r>
              <a:rPr lang="en-US" sz="1200" b="1" dirty="0" err="1">
                <a:solidFill>
                  <a:schemeClr val="tx1"/>
                </a:solidFill>
              </a:rPr>
              <a:t>PyAutoGUI</a:t>
            </a:r>
            <a:r>
              <a:rPr lang="en-US" sz="1200" b="1" dirty="0">
                <a:solidFill>
                  <a:schemeClr val="tx1"/>
                </a:solidFill>
              </a:rPr>
              <a:t> can simulate scrolling up or down on a webpage or document.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Typing: </a:t>
            </a:r>
            <a:r>
              <a:rPr lang="en-US" sz="1200" b="1" dirty="0" err="1">
                <a:solidFill>
                  <a:schemeClr val="tx1"/>
                </a:solidFill>
              </a:rPr>
              <a:t>PyAutoGUI</a:t>
            </a:r>
            <a:r>
              <a:rPr lang="en-US" sz="1200" b="1" dirty="0">
                <a:solidFill>
                  <a:schemeClr val="tx1"/>
                </a:solidFill>
              </a:rPr>
              <a:t> can be used to simulate typing on the keyboard. This is useful for entering text into input fields or typing commands into a terminal.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Controlling the mouse speed: </a:t>
            </a:r>
            <a:r>
              <a:rPr lang="en-US" sz="1200" b="1" dirty="0" err="1">
                <a:solidFill>
                  <a:schemeClr val="tx1"/>
                </a:solidFill>
              </a:rPr>
              <a:t>PyAutoGUI</a:t>
            </a:r>
            <a:r>
              <a:rPr lang="en-US" sz="1200" b="1" dirty="0">
                <a:solidFill>
                  <a:schemeClr val="tx1"/>
                </a:solidFill>
              </a:rPr>
              <a:t> can control the speed at which the mouse moves. This is useful for creating smooth and accurate mouse movements.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Taking screenshots: </a:t>
            </a:r>
            <a:r>
              <a:rPr lang="en-US" sz="1200" b="1" dirty="0" err="1">
                <a:solidFill>
                  <a:schemeClr val="tx1"/>
                </a:solidFill>
              </a:rPr>
              <a:t>PyAutoGUI</a:t>
            </a:r>
            <a:r>
              <a:rPr lang="en-US" sz="1200" b="1" dirty="0">
                <a:solidFill>
                  <a:schemeClr val="tx1"/>
                </a:solidFill>
              </a:rPr>
              <a:t> can take screenshots of the screen. This is useful for capturing images of a specific part of the screen or for debugging purposes</a:t>
            </a:r>
            <a:r>
              <a:rPr lang="en-US" sz="1200" b="1" dirty="0"/>
              <a:t>.</a:t>
            </a:r>
          </a:p>
          <a:p>
            <a:endParaRPr lang="en-I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50826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11760" y="123478"/>
            <a:ext cx="4944300" cy="645300"/>
          </a:xfrm>
        </p:spPr>
        <p:txBody>
          <a:bodyPr/>
          <a:lstStyle/>
          <a:p>
            <a:r>
              <a:rPr lang="en-US" b="1" dirty="0" smtClean="0"/>
              <a:t>RESOURCES</a:t>
            </a:r>
            <a:endParaRPr lang="en-IN"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907704" y="771550"/>
            <a:ext cx="3271348" cy="1631010"/>
          </a:xfrm>
        </p:spPr>
        <p:txBody>
          <a:bodyPr/>
          <a:lstStyle/>
          <a:p>
            <a:pPr marL="139700" indent="0">
              <a:buNone/>
            </a:pPr>
            <a:r>
              <a:rPr lang="en-US" b="1" dirty="0" smtClean="0">
                <a:solidFill>
                  <a:schemeClr val="accent1"/>
                </a:solidFill>
              </a:rPr>
              <a:t>Software Requirements :</a:t>
            </a:r>
          </a:p>
          <a:p>
            <a:r>
              <a:rPr lang="en-US" sz="1200" b="1" dirty="0" smtClean="0">
                <a:solidFill>
                  <a:schemeClr val="tx1"/>
                </a:solidFill>
              </a:rPr>
              <a:t>Visual  Studio Code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>
          <a:xfrm>
            <a:off x="1979712" y="2380900"/>
            <a:ext cx="3096344" cy="2544900"/>
          </a:xfrm>
        </p:spPr>
        <p:txBody>
          <a:bodyPr/>
          <a:lstStyle/>
          <a:p>
            <a:pPr marL="139700" indent="0">
              <a:buNone/>
            </a:pPr>
            <a:r>
              <a:rPr lang="en-US" b="1" dirty="0" smtClean="0">
                <a:solidFill>
                  <a:schemeClr val="accent1"/>
                </a:solidFill>
              </a:rPr>
              <a:t>Used Language / library :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Python</a:t>
            </a:r>
          </a:p>
          <a:p>
            <a:r>
              <a:rPr lang="en-US" dirty="0" err="1" smtClean="0">
                <a:solidFill>
                  <a:schemeClr val="tx1"/>
                </a:solidFill>
              </a:rPr>
              <a:t>OpenCV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err="1" smtClean="0">
                <a:solidFill>
                  <a:schemeClr val="tx1"/>
                </a:solidFill>
              </a:rPr>
              <a:t>MediaPipe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err="1" smtClean="0">
                <a:solidFill>
                  <a:schemeClr val="tx1"/>
                </a:solidFill>
              </a:rPr>
              <a:t>Pyautogui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>
          <a:xfrm>
            <a:off x="5868144" y="1491630"/>
            <a:ext cx="2664296" cy="2544900"/>
          </a:xfrm>
        </p:spPr>
        <p:txBody>
          <a:bodyPr/>
          <a:lstStyle/>
          <a:p>
            <a:pPr marL="139700" indent="0">
              <a:buNone/>
            </a:pPr>
            <a:r>
              <a:rPr lang="en-US" b="1" dirty="0" smtClean="0">
                <a:solidFill>
                  <a:schemeClr val="accent1"/>
                </a:solidFill>
              </a:rPr>
              <a:t>Hardware Requirements :</a:t>
            </a:r>
          </a:p>
          <a:p>
            <a:r>
              <a:rPr lang="en-US" sz="1200" b="1" dirty="0" smtClean="0">
                <a:solidFill>
                  <a:schemeClr val="tx1"/>
                </a:solidFill>
              </a:rPr>
              <a:t>Windows 10 </a:t>
            </a:r>
          </a:p>
          <a:p>
            <a:r>
              <a:rPr lang="en-US" sz="1200" b="1" dirty="0" smtClean="0">
                <a:solidFill>
                  <a:schemeClr val="tx1"/>
                </a:solidFill>
              </a:rPr>
              <a:t>Webcam</a:t>
            </a:r>
          </a:p>
          <a:p>
            <a:r>
              <a:rPr lang="en-US" sz="1200" b="1" dirty="0" smtClean="0">
                <a:solidFill>
                  <a:schemeClr val="tx1"/>
                </a:solidFill>
              </a:rPr>
              <a:t>Minimum 4 GB RAM</a:t>
            </a:r>
          </a:p>
          <a:p>
            <a:r>
              <a:rPr lang="en-US" sz="1200" b="1" dirty="0" smtClean="0">
                <a:solidFill>
                  <a:schemeClr val="tx1"/>
                </a:solidFill>
              </a:rPr>
              <a:t>Intel i5 Processor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481" name="Google Shape;481;p2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7" name="Google Shape;577;p33"/>
          <p:cNvGrpSpPr/>
          <p:nvPr/>
        </p:nvGrpSpPr>
        <p:grpSpPr>
          <a:xfrm>
            <a:off x="707161" y="503826"/>
            <a:ext cx="318996" cy="307211"/>
            <a:chOff x="2583325" y="2972875"/>
            <a:chExt cx="462850" cy="445750"/>
          </a:xfrm>
        </p:grpSpPr>
        <p:sp>
          <p:nvSpPr>
            <p:cNvPr id="578" name="Google Shape;578;p33"/>
            <p:cNvSpPr/>
            <p:nvPr/>
          </p:nvSpPr>
          <p:spPr>
            <a:xfrm>
              <a:off x="2701775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3"/>
            <p:cNvSpPr/>
            <p:nvPr/>
          </p:nvSpPr>
          <p:spPr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35696" y="811037"/>
            <a:ext cx="4944300" cy="645300"/>
          </a:xfrm>
        </p:spPr>
        <p:txBody>
          <a:bodyPr/>
          <a:lstStyle/>
          <a:p>
            <a:r>
              <a:rPr lang="en-US" b="1" dirty="0" smtClean="0"/>
              <a:t>IMPLIMENTATION</a:t>
            </a:r>
            <a:endParaRPr lang="en-IN" b="1" dirty="0"/>
          </a:p>
        </p:txBody>
      </p:sp>
      <p:sp>
        <p:nvSpPr>
          <p:cNvPr id="580" name="Google Shape;580;p3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grpSp>
        <p:nvGrpSpPr>
          <p:cNvPr id="581" name="Google Shape;581;p33"/>
          <p:cNvGrpSpPr/>
          <p:nvPr/>
        </p:nvGrpSpPr>
        <p:grpSpPr>
          <a:xfrm>
            <a:off x="248629" y="1635646"/>
            <a:ext cx="917064" cy="610547"/>
            <a:chOff x="3438912" y="1241123"/>
            <a:chExt cx="5041613" cy="2953821"/>
          </a:xfrm>
        </p:grpSpPr>
        <p:sp>
          <p:nvSpPr>
            <p:cNvPr id="582" name="Google Shape;582;p33"/>
            <p:cNvSpPr/>
            <p:nvPr/>
          </p:nvSpPr>
          <p:spPr>
            <a:xfrm>
              <a:off x="3851203" y="1241123"/>
              <a:ext cx="4215484" cy="2821676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33"/>
            <p:cNvSpPr/>
            <p:nvPr/>
          </p:nvSpPr>
          <p:spPr>
            <a:xfrm>
              <a:off x="3438912" y="4117212"/>
              <a:ext cx="5041613" cy="77732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33"/>
            <p:cNvSpPr/>
            <p:nvPr/>
          </p:nvSpPr>
          <p:spPr>
            <a:xfrm>
              <a:off x="3438912" y="4055026"/>
              <a:ext cx="5040836" cy="62185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33"/>
            <p:cNvSpPr/>
            <p:nvPr/>
          </p:nvSpPr>
          <p:spPr>
            <a:xfrm>
              <a:off x="5585935" y="4055026"/>
              <a:ext cx="738233" cy="38866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3393E2"/>
                </a:gs>
                <a:gs pos="100000">
                  <a:srgbClr val="00E2C7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23" name="Google Shape;423;p21"/>
          <p:cNvSpPr txBox="1">
            <a:spLocks noGrp="1"/>
          </p:cNvSpPr>
          <p:nvPr>
            <p:ph type="title"/>
          </p:nvPr>
        </p:nvSpPr>
        <p:spPr>
          <a:xfrm>
            <a:off x="4177997" y="771550"/>
            <a:ext cx="4944300" cy="64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/>
              <a:t>FUTURE </a:t>
            </a:r>
            <a:r>
              <a:rPr lang="en-US" sz="2800" b="1" dirty="0"/>
              <a:t>S</a:t>
            </a:r>
            <a:r>
              <a:rPr lang="en-US" sz="2800" b="1" dirty="0" smtClean="0"/>
              <a:t>COPE</a:t>
            </a:r>
            <a:endParaRPr sz="2800" b="1" dirty="0">
              <a:solidFill>
                <a:srgbClr val="0E293C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199700" y="1419622"/>
            <a:ext cx="4944300" cy="1659900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It reduces workspace and burden of hardware devices.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It removes the burdens of devices , It bring the user and workspace more closer.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24" name="Google Shape;424;p2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12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8"/>
          <p:cNvSpPr txBox="1">
            <a:spLocks noGrp="1"/>
          </p:cNvSpPr>
          <p:nvPr>
            <p:ph type="title"/>
          </p:nvPr>
        </p:nvSpPr>
        <p:spPr>
          <a:xfrm>
            <a:off x="1732700" y="821200"/>
            <a:ext cx="4944300" cy="64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/>
              <a:t>REFERENCE</a:t>
            </a:r>
            <a:endParaRPr b="1" dirty="0"/>
          </a:p>
        </p:txBody>
      </p:sp>
      <p:sp>
        <p:nvSpPr>
          <p:cNvPr id="623" name="Google Shape;623;p38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4"/>
          <p:cNvSpPr/>
          <p:nvPr/>
        </p:nvSpPr>
        <p:spPr>
          <a:xfrm rot="-5400000">
            <a:off x="1053600" y="533300"/>
            <a:ext cx="1855800" cy="2142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2" name="Google Shape;592;p34"/>
          <p:cNvSpPr txBox="1">
            <a:spLocks noGrp="1"/>
          </p:cNvSpPr>
          <p:nvPr>
            <p:ph type="ctrTitle" idx="4294967295"/>
          </p:nvPr>
        </p:nvSpPr>
        <p:spPr>
          <a:xfrm>
            <a:off x="3152775" y="1354750"/>
            <a:ext cx="45621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/>
              <a:t>Thanks!</a:t>
            </a:r>
            <a:endParaRPr sz="8000"/>
          </a:p>
        </p:txBody>
      </p:sp>
      <p:sp>
        <p:nvSpPr>
          <p:cNvPr id="593" name="Google Shape;593;p34"/>
          <p:cNvSpPr txBox="1">
            <a:spLocks noGrp="1"/>
          </p:cNvSpPr>
          <p:nvPr>
            <p:ph type="body" idx="4294967295"/>
          </p:nvPr>
        </p:nvSpPr>
        <p:spPr>
          <a:xfrm>
            <a:off x="3286468" y="2400250"/>
            <a:ext cx="4562100" cy="24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 b="1"/>
              <a:t>Any questions?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find me at:</a:t>
            </a:r>
            <a:endParaRPr/>
          </a:p>
          <a:p>
            <a:pPr marL="457200" lvl="0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◇"/>
            </a:pPr>
            <a:r>
              <a:rPr lang="en"/>
              <a:t>@username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◇"/>
            </a:pPr>
            <a:r>
              <a:rPr lang="en"/>
              <a:t>user@mail.me</a:t>
            </a:r>
            <a:endParaRPr/>
          </a:p>
        </p:txBody>
      </p:sp>
      <p:sp>
        <p:nvSpPr>
          <p:cNvPr id="594" name="Google Shape;594;p34"/>
          <p:cNvSpPr/>
          <p:nvPr/>
        </p:nvSpPr>
        <p:spPr>
          <a:xfrm>
            <a:off x="1591719" y="1212580"/>
            <a:ext cx="779561" cy="779561"/>
          </a:xfrm>
          <a:custGeom>
            <a:avLst/>
            <a:gdLst/>
            <a:ahLst/>
            <a:cxnLst/>
            <a:rect l="l" t="t" r="r" b="b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308" y="10210"/>
                </a:moveTo>
                <a:lnTo>
                  <a:pt x="11406" y="10234"/>
                </a:lnTo>
                <a:lnTo>
                  <a:pt x="11479" y="10259"/>
                </a:lnTo>
                <a:lnTo>
                  <a:pt x="11577" y="10307"/>
                </a:lnTo>
                <a:lnTo>
                  <a:pt x="11650" y="10356"/>
                </a:lnTo>
                <a:lnTo>
                  <a:pt x="11699" y="10430"/>
                </a:lnTo>
                <a:lnTo>
                  <a:pt x="11748" y="10527"/>
                </a:lnTo>
                <a:lnTo>
                  <a:pt x="11772" y="10625"/>
                </a:lnTo>
                <a:lnTo>
                  <a:pt x="11797" y="10698"/>
                </a:lnTo>
                <a:lnTo>
                  <a:pt x="11772" y="10796"/>
                </a:lnTo>
                <a:lnTo>
                  <a:pt x="11748" y="10894"/>
                </a:lnTo>
                <a:lnTo>
                  <a:pt x="11699" y="10967"/>
                </a:lnTo>
                <a:lnTo>
                  <a:pt x="11650" y="11065"/>
                </a:lnTo>
                <a:lnTo>
                  <a:pt x="11235" y="11431"/>
                </a:lnTo>
                <a:lnTo>
                  <a:pt x="10795" y="11773"/>
                </a:lnTo>
                <a:lnTo>
                  <a:pt x="10307" y="12041"/>
                </a:lnTo>
                <a:lnTo>
                  <a:pt x="9819" y="12286"/>
                </a:lnTo>
                <a:lnTo>
                  <a:pt x="9281" y="12457"/>
                </a:lnTo>
                <a:lnTo>
                  <a:pt x="8768" y="12603"/>
                </a:lnTo>
                <a:lnTo>
                  <a:pt x="8207" y="12676"/>
                </a:lnTo>
                <a:lnTo>
                  <a:pt x="7645" y="12701"/>
                </a:lnTo>
                <a:lnTo>
                  <a:pt x="7083" y="12676"/>
                </a:lnTo>
                <a:lnTo>
                  <a:pt x="6521" y="12603"/>
                </a:lnTo>
                <a:lnTo>
                  <a:pt x="6009" y="12457"/>
                </a:lnTo>
                <a:lnTo>
                  <a:pt x="5471" y="12286"/>
                </a:lnTo>
                <a:lnTo>
                  <a:pt x="4983" y="12041"/>
                </a:lnTo>
                <a:lnTo>
                  <a:pt x="4494" y="11773"/>
                </a:lnTo>
                <a:lnTo>
                  <a:pt x="4055" y="11431"/>
                </a:lnTo>
                <a:lnTo>
                  <a:pt x="3640" y="11065"/>
                </a:lnTo>
                <a:lnTo>
                  <a:pt x="3591" y="10967"/>
                </a:lnTo>
                <a:lnTo>
                  <a:pt x="3542" y="10894"/>
                </a:lnTo>
                <a:lnTo>
                  <a:pt x="3517" y="10796"/>
                </a:lnTo>
                <a:lnTo>
                  <a:pt x="3493" y="10698"/>
                </a:lnTo>
                <a:lnTo>
                  <a:pt x="3517" y="10625"/>
                </a:lnTo>
                <a:lnTo>
                  <a:pt x="3542" y="10527"/>
                </a:lnTo>
                <a:lnTo>
                  <a:pt x="3591" y="10430"/>
                </a:lnTo>
                <a:lnTo>
                  <a:pt x="3640" y="10356"/>
                </a:lnTo>
                <a:lnTo>
                  <a:pt x="3713" y="10307"/>
                </a:lnTo>
                <a:lnTo>
                  <a:pt x="3811" y="10259"/>
                </a:lnTo>
                <a:lnTo>
                  <a:pt x="3884" y="10234"/>
                </a:lnTo>
                <a:lnTo>
                  <a:pt x="3981" y="10210"/>
                </a:lnTo>
                <a:lnTo>
                  <a:pt x="4079" y="10234"/>
                </a:lnTo>
                <a:lnTo>
                  <a:pt x="4177" y="10259"/>
                </a:lnTo>
                <a:lnTo>
                  <a:pt x="4250" y="10307"/>
                </a:lnTo>
                <a:lnTo>
                  <a:pt x="4323" y="10356"/>
                </a:lnTo>
                <a:lnTo>
                  <a:pt x="4690" y="10674"/>
                </a:lnTo>
                <a:lnTo>
                  <a:pt x="5056" y="10942"/>
                </a:lnTo>
                <a:lnTo>
                  <a:pt x="5447" y="11187"/>
                </a:lnTo>
                <a:lnTo>
                  <a:pt x="5862" y="11382"/>
                </a:lnTo>
                <a:lnTo>
                  <a:pt x="6277" y="11529"/>
                </a:lnTo>
                <a:lnTo>
                  <a:pt x="6717" y="11651"/>
                </a:lnTo>
                <a:lnTo>
                  <a:pt x="7181" y="11700"/>
                </a:lnTo>
                <a:lnTo>
                  <a:pt x="7645" y="11724"/>
                </a:lnTo>
                <a:lnTo>
                  <a:pt x="8109" y="11700"/>
                </a:lnTo>
                <a:lnTo>
                  <a:pt x="8573" y="11651"/>
                </a:lnTo>
                <a:lnTo>
                  <a:pt x="9013" y="11529"/>
                </a:lnTo>
                <a:lnTo>
                  <a:pt x="9428" y="11382"/>
                </a:lnTo>
                <a:lnTo>
                  <a:pt x="9843" y="11187"/>
                </a:lnTo>
                <a:lnTo>
                  <a:pt x="10234" y="10942"/>
                </a:lnTo>
                <a:lnTo>
                  <a:pt x="10600" y="10674"/>
                </a:lnTo>
                <a:lnTo>
                  <a:pt x="10966" y="10356"/>
                </a:lnTo>
                <a:lnTo>
                  <a:pt x="11040" y="10307"/>
                </a:lnTo>
                <a:lnTo>
                  <a:pt x="11113" y="10259"/>
                </a:lnTo>
                <a:lnTo>
                  <a:pt x="11211" y="10234"/>
                </a:lnTo>
                <a:lnTo>
                  <a:pt x="11308" y="10210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0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0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34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44"/>
          <p:cNvSpPr txBox="1">
            <a:spLocks noGrp="1"/>
          </p:cNvSpPr>
          <p:nvPr>
            <p:ph type="title"/>
          </p:nvPr>
        </p:nvSpPr>
        <p:spPr>
          <a:xfrm>
            <a:off x="1732700" y="821200"/>
            <a:ext cx="4944300" cy="64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Presentation</a:t>
            </a:r>
            <a:endParaRPr/>
          </a:p>
        </p:txBody>
      </p:sp>
      <p:sp>
        <p:nvSpPr>
          <p:cNvPr id="789" name="Google Shape;789;p44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pic>
        <p:nvPicPr>
          <p:cNvPr id="790" name="Google Shape;790;p44"/>
          <p:cNvPicPr preferRelativeResize="0"/>
          <p:nvPr/>
        </p:nvPicPr>
        <p:blipFill rotWithShape="1">
          <a:blip r:embed="rId3">
            <a:alphaModFix/>
          </a:blip>
          <a:srcRect l="19633" t="9820" b="9812"/>
          <a:stretch/>
        </p:blipFill>
        <p:spPr>
          <a:xfrm>
            <a:off x="1178475" y="1862275"/>
            <a:ext cx="1359600" cy="1359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91" name="Google Shape;791;p44"/>
          <p:cNvSpPr txBox="1"/>
          <p:nvPr/>
        </p:nvSpPr>
        <p:spPr>
          <a:xfrm>
            <a:off x="1183063" y="3340529"/>
            <a:ext cx="13596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Imani Jackson</a:t>
            </a:r>
            <a:r>
              <a:rPr lang="en">
                <a:latin typeface="Muli"/>
                <a:ea typeface="Muli"/>
                <a:cs typeface="Muli"/>
                <a:sym typeface="Muli"/>
              </a:rPr>
              <a:t/>
            </a:r>
            <a:br>
              <a:rPr lang="en">
                <a:latin typeface="Muli"/>
                <a:ea typeface="Muli"/>
                <a:cs typeface="Muli"/>
                <a:sym typeface="Muli"/>
              </a:rPr>
            </a:br>
            <a:r>
              <a:rPr lang="en" sz="8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JOB TITLE</a:t>
            </a:r>
            <a:endParaRPr sz="800"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Blue is the colour of the clear sky and the deep sea</a:t>
            </a:r>
            <a:endParaRPr>
              <a:latin typeface="Muli"/>
              <a:ea typeface="Muli"/>
              <a:cs typeface="Muli"/>
              <a:sym typeface="Muli"/>
            </a:endParaRPr>
          </a:p>
          <a:p>
            <a:pPr marL="0" lvl="0" indent="0" algn="ctr" rtl="0">
              <a:spcBef>
                <a:spcPts val="400"/>
              </a:spcBef>
              <a:spcAft>
                <a:spcPts val="400"/>
              </a:spcAft>
              <a:buNone/>
            </a:pPr>
            <a:endParaRPr>
              <a:latin typeface="Muli"/>
              <a:ea typeface="Muli"/>
              <a:cs typeface="Muli"/>
              <a:sym typeface="Muli"/>
            </a:endParaRPr>
          </a:p>
        </p:txBody>
      </p:sp>
      <p:pic>
        <p:nvPicPr>
          <p:cNvPr id="792" name="Google Shape;792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86059" y="1862275"/>
            <a:ext cx="1359600" cy="1359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93" name="Google Shape;793;p44"/>
          <p:cNvSpPr txBox="1"/>
          <p:nvPr/>
        </p:nvSpPr>
        <p:spPr>
          <a:xfrm>
            <a:off x="2990647" y="3340529"/>
            <a:ext cx="13596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Marcos Galán</a:t>
            </a:r>
            <a:r>
              <a:rPr lang="en">
                <a:latin typeface="Muli"/>
                <a:ea typeface="Muli"/>
                <a:cs typeface="Muli"/>
                <a:sym typeface="Muli"/>
              </a:rPr>
              <a:t/>
            </a:r>
            <a:br>
              <a:rPr lang="en">
                <a:latin typeface="Muli"/>
                <a:ea typeface="Muli"/>
                <a:cs typeface="Muli"/>
                <a:sym typeface="Muli"/>
              </a:rPr>
            </a:br>
            <a:r>
              <a:rPr lang="en" sz="8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JOB TITLE</a:t>
            </a:r>
            <a:endParaRPr sz="800"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Blue is the colour of the clear sky and the deep sea</a:t>
            </a:r>
            <a:endParaRPr>
              <a:latin typeface="Muli"/>
              <a:ea typeface="Muli"/>
              <a:cs typeface="Muli"/>
              <a:sym typeface="Muli"/>
            </a:endParaRPr>
          </a:p>
          <a:p>
            <a:pPr marL="0" lvl="0" indent="0" algn="ctr" rtl="0">
              <a:spcBef>
                <a:spcPts val="400"/>
              </a:spcBef>
              <a:spcAft>
                <a:spcPts val="400"/>
              </a:spcAft>
              <a:buNone/>
            </a:pPr>
            <a:endParaRPr>
              <a:latin typeface="Muli"/>
              <a:ea typeface="Muli"/>
              <a:cs typeface="Muli"/>
              <a:sym typeface="Muli"/>
            </a:endParaRPr>
          </a:p>
        </p:txBody>
      </p:sp>
      <p:pic>
        <p:nvPicPr>
          <p:cNvPr id="794" name="Google Shape;794;p44"/>
          <p:cNvPicPr preferRelativeResize="0"/>
          <p:nvPr/>
        </p:nvPicPr>
        <p:blipFill rotWithShape="1">
          <a:blip r:embed="rId5">
            <a:alphaModFix/>
          </a:blip>
          <a:srcRect l="47271" t="22330" b="24940"/>
          <a:stretch/>
        </p:blipFill>
        <p:spPr>
          <a:xfrm>
            <a:off x="4793642" y="1862275"/>
            <a:ext cx="1359600" cy="1359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95" name="Google Shape;795;p44"/>
          <p:cNvSpPr txBox="1"/>
          <p:nvPr/>
        </p:nvSpPr>
        <p:spPr>
          <a:xfrm>
            <a:off x="4798230" y="3340529"/>
            <a:ext cx="13596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Ixchel Valdía</a:t>
            </a:r>
            <a:r>
              <a:rPr lang="en">
                <a:latin typeface="Muli"/>
                <a:ea typeface="Muli"/>
                <a:cs typeface="Muli"/>
                <a:sym typeface="Muli"/>
              </a:rPr>
              <a:t/>
            </a:r>
            <a:br>
              <a:rPr lang="en">
                <a:latin typeface="Muli"/>
                <a:ea typeface="Muli"/>
                <a:cs typeface="Muli"/>
                <a:sym typeface="Muli"/>
              </a:rPr>
            </a:br>
            <a:r>
              <a:rPr lang="en" sz="8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JOB TITLE</a:t>
            </a:r>
            <a:endParaRPr sz="800"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Blue is the colour of the clear sky and the deep sea</a:t>
            </a:r>
            <a:endParaRPr>
              <a:latin typeface="Muli"/>
              <a:ea typeface="Muli"/>
              <a:cs typeface="Muli"/>
              <a:sym typeface="Muli"/>
            </a:endParaRPr>
          </a:p>
          <a:p>
            <a:pPr marL="0" lvl="0" indent="0" algn="ctr" rtl="0">
              <a:spcBef>
                <a:spcPts val="400"/>
              </a:spcBef>
              <a:spcAft>
                <a:spcPts val="400"/>
              </a:spcAft>
              <a:buNone/>
            </a:pPr>
            <a:endParaRPr>
              <a:latin typeface="Muli"/>
              <a:ea typeface="Muli"/>
              <a:cs typeface="Muli"/>
              <a:sym typeface="Muli"/>
            </a:endParaRPr>
          </a:p>
        </p:txBody>
      </p:sp>
      <p:pic>
        <p:nvPicPr>
          <p:cNvPr id="796" name="Google Shape;796;p44"/>
          <p:cNvPicPr preferRelativeResize="0"/>
          <p:nvPr/>
        </p:nvPicPr>
        <p:blipFill rotWithShape="1">
          <a:blip r:embed="rId6">
            <a:alphaModFix/>
          </a:blip>
          <a:srcRect t="3926" b="29406"/>
          <a:stretch/>
        </p:blipFill>
        <p:spPr>
          <a:xfrm>
            <a:off x="6601226" y="1862275"/>
            <a:ext cx="1359600" cy="1359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97" name="Google Shape;797;p44"/>
          <p:cNvSpPr txBox="1"/>
          <p:nvPr/>
        </p:nvSpPr>
        <p:spPr>
          <a:xfrm>
            <a:off x="6605814" y="3340529"/>
            <a:ext cx="13596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Nils Årud</a:t>
            </a:r>
            <a:r>
              <a:rPr lang="en">
                <a:latin typeface="Muli"/>
                <a:ea typeface="Muli"/>
                <a:cs typeface="Muli"/>
                <a:sym typeface="Muli"/>
              </a:rPr>
              <a:t/>
            </a:r>
            <a:br>
              <a:rPr lang="en">
                <a:latin typeface="Muli"/>
                <a:ea typeface="Muli"/>
                <a:cs typeface="Muli"/>
                <a:sym typeface="Muli"/>
              </a:rPr>
            </a:br>
            <a:r>
              <a:rPr lang="en" sz="8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JOB TITLE</a:t>
            </a:r>
            <a:endParaRPr sz="800"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Blue is the colour of the clear sky and the deep sea</a:t>
            </a:r>
            <a:endParaRPr>
              <a:latin typeface="Muli"/>
              <a:ea typeface="Muli"/>
              <a:cs typeface="Muli"/>
              <a:sym typeface="Muli"/>
            </a:endParaRPr>
          </a:p>
          <a:p>
            <a:pPr marL="0" lvl="0" indent="0" algn="ctr" rtl="0">
              <a:spcBef>
                <a:spcPts val="400"/>
              </a:spcBef>
              <a:spcAft>
                <a:spcPts val="400"/>
              </a:spcAft>
              <a:buNone/>
            </a:pPr>
            <a:endParaRPr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mogen template">
  <a:themeElements>
    <a:clrScheme name="Custom 347">
      <a:dk1>
        <a:srgbClr val="FFFFFF"/>
      </a:dk1>
      <a:lt1>
        <a:srgbClr val="0E293C"/>
      </a:lt1>
      <a:dk2>
        <a:srgbClr val="BBC9D3"/>
      </a:dk2>
      <a:lt2>
        <a:srgbClr val="184769"/>
      </a:lt2>
      <a:accent1>
        <a:srgbClr val="00E1C6"/>
      </a:accent1>
      <a:accent2>
        <a:srgbClr val="19BBD5"/>
      </a:accent2>
      <a:accent3>
        <a:srgbClr val="2C9DDE"/>
      </a:accent3>
      <a:accent4>
        <a:srgbClr val="3274E1"/>
      </a:accent4>
      <a:accent5>
        <a:srgbClr val="4C4ED5"/>
      </a:accent5>
      <a:accent6>
        <a:srgbClr val="5CF55F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854</Words>
  <Application>Microsoft Office PowerPoint</Application>
  <PresentationFormat>On-screen Show (16:9)</PresentationFormat>
  <Paragraphs>99</Paragraphs>
  <Slides>15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Imogen template</vt:lpstr>
      <vt:lpstr>Virtual Mouse</vt:lpstr>
      <vt:lpstr>PowerPoint Presentation</vt:lpstr>
      <vt:lpstr>INTRODUCTION</vt:lpstr>
      <vt:lpstr>PROBLEM STATEMENT </vt:lpstr>
      <vt:lpstr>PROPOSED SYSTEM</vt:lpstr>
      <vt:lpstr>METHODOLOGY</vt:lpstr>
      <vt:lpstr>Modules Used</vt:lpstr>
      <vt:lpstr>PowerPoint Presentation</vt:lpstr>
      <vt:lpstr>PowerPoint Presentation</vt:lpstr>
      <vt:lpstr>RESOURCES</vt:lpstr>
      <vt:lpstr>IMPLIMENTATION</vt:lpstr>
      <vt:lpstr>FUTURE SCOPE</vt:lpstr>
      <vt:lpstr>REFERENCE</vt:lpstr>
      <vt:lpstr>Thanks!</vt:lpstr>
      <vt:lpstr>Team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Rohan patil</dc:creator>
  <cp:lastModifiedBy>Admin</cp:lastModifiedBy>
  <cp:revision>50</cp:revision>
  <dcterms:modified xsi:type="dcterms:W3CDTF">2023-04-14T19:07:15Z</dcterms:modified>
</cp:coreProperties>
</file>